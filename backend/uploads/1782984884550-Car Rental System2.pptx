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slideLayouts/slideLayout11.xml" ContentType="application/vnd.openxmlformats-officedocument.presentationml.slideLayout+xml"/>
  <Override PartName="/ppt/theme/theme10.xml" ContentType="application/vnd.openxmlformats-officedocument.theme+xml"/>
  <Override PartName="/ppt/slideLayouts/slideLayout12.xml" ContentType="application/vnd.openxmlformats-officedocument.presentationml.slideLayout+xml"/>
  <Override PartName="/ppt/theme/theme11.xml" ContentType="application/vnd.openxmlformats-officedocument.theme+xml"/>
  <Override PartName="/ppt/slideLayouts/slideLayout13.xml" ContentType="application/vnd.openxmlformats-officedocument.presentationml.slideLayout+xml"/>
  <Override PartName="/ppt/theme/theme12.xml" ContentType="application/vnd.openxmlformats-officedocument.theme+xml"/>
  <Override PartName="/ppt/slideLayouts/slideLayout14.xml" ContentType="application/vnd.openxmlformats-officedocument.presentationml.slideLayout+xml"/>
  <Override PartName="/ppt/theme/theme13.xml" ContentType="application/vnd.openxmlformats-officedocument.theme+xml"/>
  <Override PartName="/ppt/slideLayouts/slideLayout15.xml" ContentType="application/vnd.openxmlformats-officedocument.presentationml.slideLayout+xml"/>
  <Override PartName="/ppt/theme/theme14.xml" ContentType="application/vnd.openxmlformats-officedocument.theme+xml"/>
  <Override PartName="/ppt/slideLayouts/slideLayout16.xml" ContentType="application/vnd.openxmlformats-officedocument.presentationml.slideLayout+xml"/>
  <Override PartName="/ppt/theme/theme15.xml" ContentType="application/vnd.openxmlformats-officedocument.theme+xml"/>
  <Override PartName="/ppt/slideLayouts/slideLayout17.xml" ContentType="application/vnd.openxmlformats-officedocument.presentationml.slideLayout+xml"/>
  <Override PartName="/ppt/theme/theme16.xml" ContentType="application/vnd.openxmlformats-officedocument.theme+xml"/>
  <Override PartName="/ppt/slideLayouts/slideLayout18.xml" ContentType="application/vnd.openxmlformats-officedocument.presentationml.slideLayout+xml"/>
  <Override PartName="/ppt/theme/theme17.xml" ContentType="application/vnd.openxmlformats-officedocument.theme+xml"/>
  <Override PartName="/ppt/slideLayouts/slideLayout19.xml" ContentType="application/vnd.openxmlformats-officedocument.presentationml.slideLayout+xml"/>
  <Override PartName="/ppt/theme/theme18.xml" ContentType="application/vnd.openxmlformats-officedocument.theme+xml"/>
  <Override PartName="/ppt/slideLayouts/slideLayout20.xml" ContentType="application/vnd.openxmlformats-officedocument.presentationml.slideLayout+xml"/>
  <Override PartName="/ppt/theme/theme19.xml" ContentType="application/vnd.openxmlformats-officedocument.theme+xml"/>
  <Override PartName="/ppt/slideLayouts/slideLayout21.xml" ContentType="application/vnd.openxmlformats-officedocument.presentationml.slideLayout+xml"/>
  <Override PartName="/ppt/theme/theme20.xml" ContentType="application/vnd.openxmlformats-officedocument.theme+xml"/>
  <Override PartName="/ppt/slideLayouts/slideLayout22.xml" ContentType="application/vnd.openxmlformats-officedocument.presentationml.slideLayout+xml"/>
  <Override PartName="/ppt/theme/theme21.xml" ContentType="application/vnd.openxmlformats-officedocument.theme+xml"/>
  <Override PartName="/ppt/slideLayouts/slideLayout23.xml" ContentType="application/vnd.openxmlformats-officedocument.presentationml.slideLayout+xml"/>
  <Override PartName="/ppt/theme/theme22.xml" ContentType="application/vnd.openxmlformats-officedocument.theme+xml"/>
  <Override PartName="/ppt/slideLayouts/slideLayout24.xml" ContentType="application/vnd.openxmlformats-officedocument.presentationml.slideLayout+xml"/>
  <Override PartName="/ppt/theme/theme23.xml" ContentType="application/vnd.openxmlformats-officedocument.theme+xml"/>
  <Override PartName="/ppt/theme/theme2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70" r:id="rId11"/>
    <p:sldMasterId id="2147483672" r:id="rId12"/>
    <p:sldMasterId id="2147483674" r:id="rId13"/>
    <p:sldMasterId id="2147483676" r:id="rId14"/>
    <p:sldMasterId id="2147483678" r:id="rId15"/>
    <p:sldMasterId id="2147483680" r:id="rId16"/>
    <p:sldMasterId id="2147483682" r:id="rId17"/>
    <p:sldMasterId id="2147483684" r:id="rId18"/>
    <p:sldMasterId id="2147483686" r:id="rId19"/>
    <p:sldMasterId id="2147483688" r:id="rId20"/>
    <p:sldMasterId id="2147483690" r:id="rId21"/>
    <p:sldMasterId id="2147483692" r:id="rId22"/>
    <p:sldMasterId id="2147483694" r:id="rId23"/>
  </p:sldMasterIdLst>
  <p:notesMasterIdLst>
    <p:notesMasterId r:id="rId35"/>
  </p:notesMasterIdLst>
  <p:sldIdLst>
    <p:sldId id="268" r:id="rId24"/>
    <p:sldId id="256" r:id="rId25"/>
    <p:sldId id="257" r:id="rId26"/>
    <p:sldId id="258" r:id="rId27"/>
    <p:sldId id="259" r:id="rId28"/>
    <p:sldId id="260" r:id="rId29"/>
    <p:sldId id="261" r:id="rId30"/>
    <p:sldId id="263" r:id="rId31"/>
    <p:sldId id="264" r:id="rId32"/>
    <p:sldId id="265" r:id="rId33"/>
    <p:sldId id="266" r:id="rId3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37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3.xml"/><Relationship Id="rId39" Type="http://schemas.openxmlformats.org/officeDocument/2006/relationships/tableStyles" Target="tableStyles.xml"/><Relationship Id="rId21" Type="http://schemas.openxmlformats.org/officeDocument/2006/relationships/slideMaster" Target="slideMasters/slideMaster21.xml"/><Relationship Id="rId34" Type="http://schemas.openxmlformats.org/officeDocument/2006/relationships/slide" Target="slides/slide1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2.xml"/><Relationship Id="rId33" Type="http://schemas.openxmlformats.org/officeDocument/2006/relationships/slide" Target="slides/slide1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xml"/><Relationship Id="rId32" Type="http://schemas.openxmlformats.org/officeDocument/2006/relationships/slide" Target="slides/slide9.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5.xml"/><Relationship Id="rId36"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4.xml"/><Relationship Id="rId30" Type="http://schemas.openxmlformats.org/officeDocument/2006/relationships/slide" Target="slides/slide7.xml"/><Relationship Id="rId35" Type="http://schemas.openxmlformats.org/officeDocument/2006/relationships/notesMaster" Target="notesMasters/notesMaster1.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25D1D2-E6E4-4CC7-96DB-CF30847004A6}" type="datetimeFigureOut">
              <a:rPr lang="en-IN" smtClean="0"/>
              <a:t>16-05-2025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26962D-89CF-4D27-8E60-BEBADEFDE2A9}" type="slidenum">
              <a:rPr lang="en-IN" smtClean="0"/>
              <a:t>‹#›</a:t>
            </a:fld>
            <a:endParaRPr lang="en-IN"/>
          </a:p>
        </p:txBody>
      </p:sp>
    </p:spTree>
    <p:extLst>
      <p:ext uri="{BB962C8B-B14F-4D97-AF65-F5344CB8AC3E}">
        <p14:creationId xmlns:p14="http://schemas.microsoft.com/office/powerpoint/2010/main" val="3083432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228600" y="228600"/>
            <a:ext cx="6562080" cy="98496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1F2DE"/>
          </a:solidFill>
          <a:ln/>
        </p:spPr>
      </p:sp>
      <p:sp>
        <p:nvSpPr>
          <p:cNvPr id="3" name="Shape 1"/>
          <p:cNvSpPr/>
          <p:nvPr/>
        </p:nvSpPr>
        <p:spPr>
          <a:xfrm>
            <a:off x="0" y="0"/>
            <a:ext cx="9144000" cy="5143500"/>
          </a:xfrm>
          <a:prstGeom prst="rect">
            <a:avLst/>
          </a:prstGeom>
          <a:solidFill>
            <a:srgbClr val="FCFBF8"/>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2826900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_1_1_2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46" name="PlaceHolder 1"/>
          <p:cNvSpPr>
            <a:spLocks noGrp="1"/>
          </p:cNvSpPr>
          <p:nvPr>
            <p:ph type="title"/>
          </p:nvPr>
        </p:nvSpPr>
        <p:spPr>
          <a:xfrm>
            <a:off x="228600" y="228600"/>
            <a:ext cx="6562080" cy="98496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47"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51" name="PlaceHolder 1"/>
          <p:cNvSpPr>
            <a:spLocks noGrp="1"/>
          </p:cNvSpPr>
          <p:nvPr>
            <p:ph type="title"/>
          </p:nvPr>
        </p:nvSpPr>
        <p:spPr>
          <a:xfrm>
            <a:off x="228600" y="228600"/>
            <a:ext cx="6562080" cy="98496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5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5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56" name="PlaceHolder 1"/>
          <p:cNvSpPr>
            <a:spLocks noGrp="1"/>
          </p:cNvSpPr>
          <p:nvPr>
            <p:ph type="title"/>
          </p:nvPr>
        </p:nvSpPr>
        <p:spPr>
          <a:xfrm>
            <a:off x="228600" y="228600"/>
            <a:ext cx="6562080" cy="98496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_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8.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8.xml"/><Relationship Id="rId1"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0.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1.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2.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2.xml"/><Relationship Id="rId1" Type="http://schemas.openxmlformats.org/officeDocument/2006/relationships/slideLayout" Target="../slideLayouts/slideLayout13.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13.xml"/><Relationship Id="rId1" Type="http://schemas.openxmlformats.org/officeDocument/2006/relationships/slideLayout" Target="../slideLayouts/slideLayout14.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4.xml"/><Relationship Id="rId1" Type="http://schemas.openxmlformats.org/officeDocument/2006/relationships/slideLayout" Target="../slideLayouts/slideLayout15.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5.xml"/><Relationship Id="rId1" Type="http://schemas.openxmlformats.org/officeDocument/2006/relationships/slideLayout" Target="../slideLayouts/slideLayout16.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6.xml"/><Relationship Id="rId1" Type="http://schemas.openxmlformats.org/officeDocument/2006/relationships/slideLayout" Target="../slideLayouts/slideLayout17.xml"/></Relationships>
</file>

<file path=ppt/slideMasters/_rels/slideMaster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7.xml"/><Relationship Id="rId1" Type="http://schemas.openxmlformats.org/officeDocument/2006/relationships/slideLayout" Target="../slideLayouts/slideLayout18.xml"/></Relationships>
</file>

<file path=ppt/slideMasters/_rels/slideMaster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8.xml"/><Relationship Id="rId1" Type="http://schemas.openxmlformats.org/officeDocument/2006/relationships/slideLayout" Target="../slideLayouts/slideLayout19.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9.xml"/><Relationship Id="rId1" Type="http://schemas.openxmlformats.org/officeDocument/2006/relationships/slideLayout" Target="../slideLayouts/slideLayout20.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1.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2.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3.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3" name="PlaceHolder 2"/>
          <p:cNvSpPr>
            <a:spLocks noGrp="1"/>
          </p:cNvSpPr>
          <p:nvPr>
            <p:ph type="title"/>
          </p:nvPr>
        </p:nvSpPr>
        <p:spPr>
          <a:xfrm>
            <a:off x="228600" y="428400"/>
            <a:ext cx="6222600" cy="98496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Autofit/>
          </a:bodyPr>
          <a:lstStyle/>
          <a:p>
            <a:pPr indent="0">
              <a:buNone/>
            </a:pPr>
            <a:r>
              <a:rPr lang="fr-FR" sz="47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 name="Google Shape;48;p11"/>
          <p:cNvPicPr/>
          <p:nvPr/>
        </p:nvPicPr>
        <p:blipFill>
          <a:blip r:embed="rId3"/>
          <a:stretch/>
        </p:blipFill>
        <p:spPr>
          <a:xfrm>
            <a:off x="0" y="0"/>
            <a:ext cx="9143640" cy="5142960"/>
          </a:xfrm>
          <a:prstGeom prst="rect">
            <a:avLst/>
          </a:prstGeom>
          <a:ln w="0">
            <a:noFill/>
          </a:ln>
        </p:spPr>
      </p:pic>
      <p:sp>
        <p:nvSpPr>
          <p:cNvPr id="5"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strike="noStrike" spc="-1">
                <a:solidFill>
                  <a:schemeClr val="dk1"/>
                </a:solidFill>
                <a:latin typeface="Sora"/>
                <a:ea typeface="Sora"/>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9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 name="Google Shape;53;p13"/>
          <p:cNvPicPr/>
          <p:nvPr/>
        </p:nvPicPr>
        <p:blipFill>
          <a:blip r:embed="rId3"/>
          <a:stretch/>
        </p:blipFill>
        <p:spPr>
          <a:xfrm flipH="1">
            <a:off x="360" y="0"/>
            <a:ext cx="9143640" cy="5142960"/>
          </a:xfrm>
          <a:prstGeom prst="rect">
            <a:avLst/>
          </a:prstGeom>
          <a:ln w="0">
            <a:noFill/>
          </a:ln>
        </p:spPr>
      </p:pic>
      <p:sp>
        <p:nvSpPr>
          <p:cNvPr id="7" name="PlaceHolder 1"/>
          <p:cNvSpPr>
            <a:spLocks noGrp="1"/>
          </p:cNvSpPr>
          <p:nvPr>
            <p:ph type="title"/>
          </p:nvPr>
        </p:nvSpPr>
        <p:spPr>
          <a:xfrm>
            <a:off x="4851360" y="228600"/>
            <a:ext cx="4143960" cy="98496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8" name="PlaceHolder 2"/>
          <p:cNvSpPr>
            <a:spLocks noGrp="1"/>
          </p:cNvSpPr>
          <p:nvPr>
            <p:ph type="title"/>
          </p:nvPr>
        </p:nvSpPr>
        <p:spPr>
          <a:xfrm>
            <a:off x="4683960" y="191412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9" name="PlaceHolder 3"/>
          <p:cNvSpPr>
            <a:spLocks noGrp="1"/>
          </p:cNvSpPr>
          <p:nvPr>
            <p:ph type="title"/>
          </p:nvPr>
        </p:nvSpPr>
        <p:spPr>
          <a:xfrm>
            <a:off x="4683960" y="254016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10" name="PlaceHolder 4"/>
          <p:cNvSpPr>
            <a:spLocks noGrp="1"/>
          </p:cNvSpPr>
          <p:nvPr>
            <p:ph type="title"/>
          </p:nvPr>
        </p:nvSpPr>
        <p:spPr>
          <a:xfrm>
            <a:off x="4683960" y="316620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11" name="PlaceHolder 5"/>
          <p:cNvSpPr>
            <a:spLocks noGrp="1"/>
          </p:cNvSpPr>
          <p:nvPr>
            <p:ph type="title"/>
          </p:nvPr>
        </p:nvSpPr>
        <p:spPr>
          <a:xfrm>
            <a:off x="4683960" y="1290240"/>
            <a:ext cx="849240" cy="41832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12" name="PlaceHolder 6"/>
          <p:cNvSpPr>
            <a:spLocks noGrp="1"/>
          </p:cNvSpPr>
          <p:nvPr>
            <p:ph type="title"/>
          </p:nvPr>
        </p:nvSpPr>
        <p:spPr>
          <a:xfrm>
            <a:off x="4683960" y="379224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13" name="PlaceHolder 7"/>
          <p:cNvSpPr>
            <a:spLocks noGrp="1"/>
          </p:cNvSpPr>
          <p:nvPr>
            <p:ph type="title"/>
          </p:nvPr>
        </p:nvSpPr>
        <p:spPr>
          <a:xfrm>
            <a:off x="4683960" y="4418280"/>
            <a:ext cx="849240" cy="420120"/>
          </a:xfrm>
          <a:prstGeom prst="rect">
            <a:avLst/>
          </a:prstGeom>
          <a:noFill/>
          <a:ln w="0">
            <a:noFill/>
          </a:ln>
        </p:spPr>
        <p:txBody>
          <a:bodyPr lIns="91440" tIns="91440" rIns="91440" bIns="91440" anchor="ctr">
            <a:noAutofit/>
          </a:bodyPr>
          <a:lstStyle/>
          <a:p>
            <a:pPr indent="0" algn="ctr">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14" name="PlaceHolder 8"/>
          <p:cNvSpPr>
            <a:spLocks noGrp="1"/>
          </p:cNvSpPr>
          <p:nvPr>
            <p:ph type="body"/>
          </p:nvPr>
        </p:nvSpPr>
        <p:spPr>
          <a:xfrm>
            <a:off x="-30492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5" name="Google Shape;69;p14"/>
          <p:cNvPicPr/>
          <p:nvPr/>
        </p:nvPicPr>
        <p:blipFill>
          <a:blip r:embed="rId3"/>
          <a:stretch/>
        </p:blipFill>
        <p:spPr>
          <a:xfrm rot="10800000" flipH="1">
            <a:off x="0" y="0"/>
            <a:ext cx="9143640" cy="5142960"/>
          </a:xfrm>
          <a:prstGeom prst="rect">
            <a:avLst/>
          </a:prstGeom>
          <a:ln w="0">
            <a:noFill/>
          </a:ln>
        </p:spPr>
      </p:pic>
      <p:sp>
        <p:nvSpPr>
          <p:cNvPr id="16" name="PlaceHolder 1"/>
          <p:cNvSpPr>
            <a:spLocks noGrp="1"/>
          </p:cNvSpPr>
          <p:nvPr>
            <p:ph type="title"/>
          </p:nvPr>
        </p:nvSpPr>
        <p:spPr>
          <a:xfrm>
            <a:off x="228600" y="228600"/>
            <a:ext cx="8475120" cy="131112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8" name="Google Shape;73;p15"/>
          <p:cNvPicPr/>
          <p:nvPr/>
        </p:nvPicPr>
        <p:blipFill>
          <a:blip r:embed="rId3"/>
          <a:stretch/>
        </p:blipFill>
        <p:spPr>
          <a:xfrm rot="10800000">
            <a:off x="360" y="0"/>
            <a:ext cx="9143640" cy="5142960"/>
          </a:xfrm>
          <a:prstGeom prst="rect">
            <a:avLst/>
          </a:prstGeom>
          <a:ln w="0">
            <a:noFill/>
          </a:ln>
        </p:spPr>
      </p:pic>
      <p:sp>
        <p:nvSpPr>
          <p:cNvPr id="19" name="PlaceHolder 1"/>
          <p:cNvSpPr>
            <a:spLocks noGrp="1"/>
          </p:cNvSpPr>
          <p:nvPr>
            <p:ph type="title"/>
          </p:nvPr>
        </p:nvSpPr>
        <p:spPr>
          <a:xfrm>
            <a:off x="228600" y="228600"/>
            <a:ext cx="4835520" cy="174132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20" name="PlaceHolder 2"/>
          <p:cNvSpPr>
            <a:spLocks noGrp="1"/>
          </p:cNvSpPr>
          <p:nvPr>
            <p:ph type="body"/>
          </p:nvPr>
        </p:nvSpPr>
        <p:spPr>
          <a:xfrm>
            <a:off x="228600" y="1969920"/>
            <a:ext cx="4835520" cy="2442240"/>
          </a:xfrm>
          <a:prstGeom prst="rect">
            <a:avLst/>
          </a:prstGeom>
          <a:noFill/>
          <a:ln w="0">
            <a:noFill/>
          </a:ln>
        </p:spPr>
        <p:txBody>
          <a:bodyPr lIns="91440" tIns="91440" rIns="91440" bIns="91440" anchor="b">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21" name="PlaceHolder 3"/>
          <p:cNvSpPr>
            <a:spLocks noGrp="1"/>
          </p:cNvSpPr>
          <p:nvPr>
            <p:ph type="body"/>
          </p:nvPr>
        </p:nvSpPr>
        <p:spPr>
          <a:xfrm>
            <a:off x="5217480" y="228600"/>
            <a:ext cx="392652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2" name="Google Shape;78;p16"/>
          <p:cNvPicPr/>
          <p:nvPr/>
        </p:nvPicPr>
        <p:blipFill>
          <a:blip r:embed="rId3"/>
          <a:stretch/>
        </p:blipFill>
        <p:spPr>
          <a:xfrm>
            <a:off x="0" y="0"/>
            <a:ext cx="9143640" cy="5142960"/>
          </a:xfrm>
          <a:prstGeom prst="rect">
            <a:avLst/>
          </a:prstGeom>
          <a:ln w="0">
            <a:noFill/>
          </a:ln>
        </p:spPr>
      </p:pic>
      <p:sp>
        <p:nvSpPr>
          <p:cNvPr id="23"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4" name="Google Shape;81;p17"/>
          <p:cNvPicPr/>
          <p:nvPr/>
        </p:nvPicPr>
        <p:blipFill>
          <a:blip r:embed="rId3"/>
          <a:stretch/>
        </p:blipFill>
        <p:spPr>
          <a:xfrm flipH="1">
            <a:off x="360" y="0"/>
            <a:ext cx="9143640" cy="5142960"/>
          </a:xfrm>
          <a:prstGeom prst="rect">
            <a:avLst/>
          </a:prstGeom>
          <a:ln w="0">
            <a:noFill/>
          </a:ln>
        </p:spPr>
      </p:pic>
      <p:sp>
        <p:nvSpPr>
          <p:cNvPr id="25" name="PlaceHolder 1"/>
          <p:cNvSpPr>
            <a:spLocks noGrp="1"/>
          </p:cNvSpPr>
          <p:nvPr>
            <p:ph type="title"/>
          </p:nvPr>
        </p:nvSpPr>
        <p:spPr>
          <a:xfrm>
            <a:off x="3301200" y="191088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26" name="PlaceHolder 2"/>
          <p:cNvSpPr>
            <a:spLocks noGrp="1"/>
          </p:cNvSpPr>
          <p:nvPr>
            <p:ph type="title"/>
          </p:nvPr>
        </p:nvSpPr>
        <p:spPr>
          <a:xfrm>
            <a:off x="228600" y="1911240"/>
            <a:ext cx="677520" cy="492120"/>
          </a:xfrm>
          <a:prstGeom prst="rect">
            <a:avLst/>
          </a:prstGeom>
          <a:noFill/>
          <a:ln w="0">
            <a:noFill/>
          </a:ln>
        </p:spPr>
        <p:txBody>
          <a:bodyPr lIns="91440" tIns="91440" rIns="91440" bIns="91440" anchor="ctr">
            <a:noAutofit/>
          </a:bodyPr>
          <a:lstStyle/>
          <a:p>
            <a:pPr indent="0">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27" name="PlaceHolder 3"/>
          <p:cNvSpPr>
            <a:spLocks noGrp="1"/>
          </p:cNvSpPr>
          <p:nvPr>
            <p:ph type="title"/>
          </p:nvPr>
        </p:nvSpPr>
        <p:spPr>
          <a:xfrm>
            <a:off x="6375240" y="1911240"/>
            <a:ext cx="678600" cy="492120"/>
          </a:xfrm>
          <a:prstGeom prst="rect">
            <a:avLst/>
          </a:prstGeom>
          <a:noFill/>
          <a:ln w="0">
            <a:noFill/>
          </a:ln>
        </p:spPr>
        <p:txBody>
          <a:bodyPr lIns="91440" tIns="91440" rIns="91440" bIns="91440" anchor="ctr">
            <a:noAutofit/>
          </a:bodyPr>
          <a:lstStyle/>
          <a:p>
            <a:pPr indent="0">
              <a:lnSpc>
                <a:spcPct val="100000"/>
              </a:lnSpc>
              <a:buNone/>
            </a:pPr>
            <a:r>
              <a:rPr lang="fr-FR" sz="2000" b="1" strike="noStrike" spc="-1">
                <a:solidFill>
                  <a:schemeClr val="dk1"/>
                </a:solidFill>
                <a:latin typeface="Sora"/>
                <a:ea typeface="Sora"/>
              </a:rPr>
              <a:t>xx%</a:t>
            </a:r>
            <a:endParaRPr lang="fr-FR" sz="2000" b="0" strike="noStrike" spc="-1">
              <a:solidFill>
                <a:schemeClr val="dk1"/>
              </a:solidFill>
              <a:latin typeface="Arial"/>
            </a:endParaRPr>
          </a:p>
        </p:txBody>
      </p:sp>
      <p:sp>
        <p:nvSpPr>
          <p:cNvPr id="28" name="PlaceHolder 4"/>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9" name="Google Shape;90;p18"/>
          <p:cNvPicPr/>
          <p:nvPr/>
        </p:nvPicPr>
        <p:blipFill>
          <a:blip r:embed="rId3"/>
          <a:stretch/>
        </p:blipFill>
        <p:spPr>
          <a:xfrm rot="10800000">
            <a:off x="360" y="0"/>
            <a:ext cx="9143640" cy="5142960"/>
          </a:xfrm>
          <a:prstGeom prst="rect">
            <a:avLst/>
          </a:prstGeom>
          <a:ln w="0">
            <a:noFill/>
          </a:ln>
        </p:spPr>
      </p:pic>
      <p:sp>
        <p:nvSpPr>
          <p:cNvPr id="30"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1" name="PlaceHolder 1"/>
          <p:cNvSpPr>
            <a:spLocks noGrp="1"/>
          </p:cNvSpPr>
          <p:nvPr>
            <p:ph type="body"/>
          </p:nvPr>
        </p:nvSpPr>
        <p:spPr>
          <a:xfrm>
            <a:off x="36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32" name="PlaceHolder 2"/>
          <p:cNvSpPr>
            <a:spLocks noGrp="1"/>
          </p:cNvSpPr>
          <p:nvPr>
            <p:ph type="title"/>
          </p:nvPr>
        </p:nvSpPr>
        <p:spPr>
          <a:xfrm>
            <a:off x="228600" y="47700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Sora"/>
                <a:ea typeface="Sora"/>
              </a:rPr>
              <a:t>xx%</a:t>
            </a:r>
            <a:endParaRPr lang="fr-FR" sz="4500" b="0" strike="noStrike" spc="-1">
              <a:solidFill>
                <a:schemeClr val="dk1"/>
              </a:solidFill>
              <a:latin typeface="Arial"/>
            </a:endParaRPr>
          </a:p>
        </p:txBody>
      </p:sp>
      <p:sp>
        <p:nvSpPr>
          <p:cNvPr id="33" name="PlaceHolder 3"/>
          <p:cNvSpPr>
            <a:spLocks noGrp="1"/>
          </p:cNvSpPr>
          <p:nvPr>
            <p:ph type="title"/>
          </p:nvPr>
        </p:nvSpPr>
        <p:spPr>
          <a:xfrm>
            <a:off x="228600" y="2593440"/>
            <a:ext cx="5447520" cy="87696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Sora"/>
                <a:ea typeface="Sora"/>
              </a:rPr>
              <a:t>xx%</a:t>
            </a:r>
            <a:endParaRPr lang="fr-FR" sz="45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39" name="PlaceHolder 2"/>
          <p:cNvSpPr>
            <a:spLocks noGrp="1"/>
          </p:cNvSpPr>
          <p:nvPr>
            <p:ph type="title"/>
          </p:nvPr>
        </p:nvSpPr>
        <p:spPr>
          <a:xfrm>
            <a:off x="1248840" y="380880"/>
            <a:ext cx="5471640" cy="799920"/>
          </a:xfrm>
          <a:prstGeom prst="rect">
            <a:avLst/>
          </a:prstGeom>
          <a:noFill/>
          <a:ln w="0">
            <a:noFill/>
          </a:ln>
        </p:spPr>
        <p:txBody>
          <a:bodyPr lIns="91440" tIns="91440" rIns="91440" bIns="91440" anchor="ctr">
            <a:noAutofit/>
          </a:bodyPr>
          <a:lstStyle/>
          <a:p>
            <a:pPr indent="0">
              <a:buNone/>
            </a:pPr>
            <a:r>
              <a:rPr lang="fr-FR" sz="4000" b="0" strike="noStrike" spc="-1">
                <a:solidFill>
                  <a:schemeClr val="dk1"/>
                </a:solidFill>
                <a:latin typeface="Arial"/>
              </a:rPr>
              <a:t>Click to edit the title text format</a:t>
            </a:r>
          </a:p>
        </p:txBody>
      </p:sp>
      <p:sp>
        <p:nvSpPr>
          <p:cNvPr id="40" name="PlaceHolder 3"/>
          <p:cNvSpPr>
            <a:spLocks noGrp="1"/>
          </p:cNvSpPr>
          <p:nvPr>
            <p:ph type="title"/>
          </p:nvPr>
        </p:nvSpPr>
        <p:spPr>
          <a:xfrm>
            <a:off x="228600" y="421920"/>
            <a:ext cx="1019880" cy="718200"/>
          </a:xfrm>
          <a:prstGeom prst="rect">
            <a:avLst/>
          </a:prstGeom>
          <a:noFill/>
          <a:ln w="0">
            <a:noFill/>
          </a:ln>
        </p:spPr>
        <p:txBody>
          <a:bodyPr lIns="91440" tIns="91440" rIns="91440" bIns="91440" anchor="ctr">
            <a:noAutofit/>
          </a:bodyPr>
          <a:lstStyle/>
          <a:p>
            <a:pPr indent="0" algn="ctr">
              <a:lnSpc>
                <a:spcPct val="100000"/>
              </a:lnSpc>
              <a:buNone/>
            </a:pPr>
            <a:r>
              <a:rPr lang="fr-FR" sz="4400" b="1" strike="noStrike" spc="-1">
                <a:solidFill>
                  <a:schemeClr val="dk1"/>
                </a:solidFill>
                <a:latin typeface="Sora"/>
                <a:ea typeface="Sora"/>
              </a:rPr>
              <a:t>xx%</a:t>
            </a:r>
            <a:endParaRPr lang="fr-FR" sz="44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1" name="Google Shape;116;p21"/>
          <p:cNvPicPr/>
          <p:nvPr/>
        </p:nvPicPr>
        <p:blipFill>
          <a:blip r:embed="rId3"/>
          <a:srcRect t="5214" b="5202"/>
          <a:stretch/>
        </p:blipFill>
        <p:spPr>
          <a:xfrm>
            <a:off x="0" y="0"/>
            <a:ext cx="9143640" cy="5142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2" name="Google Shape;118;p22"/>
          <p:cNvPicPr/>
          <p:nvPr/>
        </p:nvPicPr>
        <p:blipFill>
          <a:blip r:embed="rId3"/>
          <a:srcRect t="5214" b="5202"/>
          <a:stretch/>
        </p:blipFill>
        <p:spPr>
          <a:xfrm>
            <a:off x="0" y="0"/>
            <a:ext cx="9143640" cy="5142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3" name="Google Shape;17;p4"/>
          <p:cNvPicPr/>
          <p:nvPr/>
        </p:nvPicPr>
        <p:blipFill>
          <a:blip r:embed="rId3"/>
          <a:stretch/>
        </p:blipFill>
        <p:spPr>
          <a:xfrm>
            <a:off x="0" y="0"/>
            <a:ext cx="9143640" cy="5142960"/>
          </a:xfrm>
          <a:prstGeom prst="rect">
            <a:avLst/>
          </a:prstGeom>
          <a:ln w="0">
            <a:noFill/>
          </a:ln>
        </p:spPr>
      </p:pic>
      <p:sp>
        <p:nvSpPr>
          <p:cNvPr id="44"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45" name="PlaceHolder 2"/>
          <p:cNvSpPr>
            <a:spLocks noGrp="1"/>
          </p:cNvSpPr>
          <p:nvPr>
            <p:ph type="body"/>
          </p:nvPr>
        </p:nvSpPr>
        <p:spPr>
          <a:xfrm>
            <a:off x="228600" y="3999600"/>
            <a:ext cx="2020320" cy="7387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48" name="Google Shape;21;p5"/>
          <p:cNvPicPr/>
          <p:nvPr/>
        </p:nvPicPr>
        <p:blipFill>
          <a:blip r:embed="rId3"/>
          <a:stretch/>
        </p:blipFill>
        <p:spPr>
          <a:xfrm>
            <a:off x="0" y="0"/>
            <a:ext cx="9143640" cy="5142960"/>
          </a:xfrm>
          <a:prstGeom prst="rect">
            <a:avLst/>
          </a:prstGeom>
          <a:ln w="0">
            <a:noFill/>
          </a:ln>
        </p:spPr>
      </p:pic>
      <p:sp>
        <p:nvSpPr>
          <p:cNvPr id="49"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50" name="PlaceHolder 2"/>
          <p:cNvSpPr>
            <a:spLocks noGrp="1"/>
          </p:cNvSpPr>
          <p:nvPr>
            <p:ph type="body"/>
          </p:nvPr>
        </p:nvSpPr>
        <p:spPr>
          <a:xfrm>
            <a:off x="5217480" y="228600"/>
            <a:ext cx="4231080" cy="46861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4" name="Google Shape;29;p6"/>
          <p:cNvPicPr/>
          <p:nvPr/>
        </p:nvPicPr>
        <p:blipFill>
          <a:blip r:embed="rId3"/>
          <a:stretch/>
        </p:blipFill>
        <p:spPr>
          <a:xfrm rot="10800000" flipH="1">
            <a:off x="0" y="0"/>
            <a:ext cx="9143640" cy="5142960"/>
          </a:xfrm>
          <a:prstGeom prst="rect">
            <a:avLst/>
          </a:prstGeom>
          <a:ln w="0">
            <a:noFill/>
          </a:ln>
        </p:spPr>
      </p:pic>
      <p:sp>
        <p:nvSpPr>
          <p:cNvPr id="55"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57" name="Google Shape;32;p7"/>
          <p:cNvPicPr/>
          <p:nvPr/>
        </p:nvPicPr>
        <p:blipFill>
          <a:blip r:embed="rId3"/>
          <a:stretch/>
        </p:blipFill>
        <p:spPr>
          <a:xfrm>
            <a:off x="0" y="0"/>
            <a:ext cx="9143640" cy="5142960"/>
          </a:xfrm>
          <a:prstGeom prst="rect">
            <a:avLst/>
          </a:prstGeom>
          <a:ln w="0">
            <a:noFill/>
          </a:ln>
        </p:spPr>
      </p:pic>
      <p:sp>
        <p:nvSpPr>
          <p:cNvPr id="58"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
        <p:nvSpPr>
          <p:cNvPr id="59"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60"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fontScale="93333"/>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1" name="Google Shape;37;p8"/>
          <p:cNvPicPr/>
          <p:nvPr/>
        </p:nvPicPr>
        <p:blipFill>
          <a:blip r:embed="rId3"/>
          <a:stretch/>
        </p:blipFill>
        <p:spPr>
          <a:xfrm rot="10800000" flipH="1">
            <a:off x="0" y="0"/>
            <a:ext cx="9143640" cy="5142960"/>
          </a:xfrm>
          <a:prstGeom prst="rect">
            <a:avLst/>
          </a:prstGeom>
          <a:ln w="0">
            <a:noFill/>
          </a:ln>
        </p:spPr>
      </p:pic>
      <p:sp>
        <p:nvSpPr>
          <p:cNvPr id="6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63" name="Google Shape;40;p9"/>
          <p:cNvPicPr/>
          <p:nvPr/>
        </p:nvPicPr>
        <p:blipFill>
          <a:blip r:embed="rId3"/>
          <a:stretch/>
        </p:blipFill>
        <p:spPr>
          <a:xfrm flipH="1">
            <a:off x="360" y="0"/>
            <a:ext cx="9143640" cy="5142960"/>
          </a:xfrm>
          <a:prstGeom prst="rect">
            <a:avLst/>
          </a:prstGeom>
          <a:ln w="0">
            <a:noFill/>
          </a:ln>
        </p:spPr>
      </p:pic>
      <p:sp>
        <p:nvSpPr>
          <p:cNvPr id="6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5"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66" name="PlaceHolder 2"/>
          <p:cNvSpPr>
            <a:spLocks noGrp="1"/>
          </p:cNvSpPr>
          <p:nvPr>
            <p:ph type="title"/>
          </p:nvPr>
        </p:nvSpPr>
        <p:spPr>
          <a:xfrm>
            <a:off x="228600" y="228600"/>
            <a:ext cx="2669400" cy="338400"/>
          </a:xfrm>
          <a:prstGeom prst="rect">
            <a:avLst/>
          </a:prstGeom>
          <a:noFill/>
          <a:ln w="0">
            <a:noFill/>
          </a:ln>
        </p:spPr>
        <p:txBody>
          <a:bodyPr lIns="91440" tIns="91440" rIns="91440" bIns="91440" anchor="t">
            <a:noAutofit/>
          </a:bodyPr>
          <a:lstStyle/>
          <a:p>
            <a:pPr indent="0">
              <a:buNone/>
            </a:pPr>
            <a:r>
              <a:rPr lang="fr-FR" sz="1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67" name="Google Shape;124;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68"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69" name="Google Shape;127;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0"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
        <p:nvSpPr>
          <p:cNvPr id="71"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274A403-0E57-90A3-E55C-7610769F0A9E}"/>
              </a:ext>
            </a:extLst>
          </p:cNvPr>
          <p:cNvPicPr>
            <a:picLocks noChangeAspect="1"/>
          </p:cNvPicPr>
          <p:nvPr/>
        </p:nvPicPr>
        <p:blipFill>
          <a:blip r:embed="rId3"/>
          <a:stretch>
            <a:fillRect/>
          </a:stretch>
        </p:blipFill>
        <p:spPr>
          <a:xfrm>
            <a:off x="351234" y="0"/>
            <a:ext cx="7249584" cy="981769"/>
          </a:xfrm>
          <a:prstGeom prst="rect">
            <a:avLst/>
          </a:prstGeom>
        </p:spPr>
      </p:pic>
      <p:sp>
        <p:nvSpPr>
          <p:cNvPr id="10" name="TextBox 9">
            <a:extLst>
              <a:ext uri="{FF2B5EF4-FFF2-40B4-BE49-F238E27FC236}">
                <a16:creationId xmlns:a16="http://schemas.microsoft.com/office/drawing/2014/main" id="{B9F992A5-8A04-4596-EC81-5233B477AF42}"/>
              </a:ext>
            </a:extLst>
          </p:cNvPr>
          <p:cNvSpPr txBox="1"/>
          <p:nvPr/>
        </p:nvSpPr>
        <p:spPr>
          <a:xfrm>
            <a:off x="2418293" y="589230"/>
            <a:ext cx="5450416" cy="323165"/>
          </a:xfrm>
          <a:prstGeom prst="rect">
            <a:avLst/>
          </a:prstGeom>
          <a:noFill/>
        </p:spPr>
        <p:txBody>
          <a:bodyPr wrap="square" rtlCol="0">
            <a:spAutoFit/>
          </a:bodyPr>
          <a:lstStyle/>
          <a:p>
            <a:r>
              <a:rPr lang="en-US" sz="1500" dirty="0">
                <a:latin typeface="Cambria Math" panose="02040503050406030204" pitchFamily="18" charset="0"/>
                <a:ea typeface="Cambria Math" panose="02040503050406030204" pitchFamily="18" charset="0"/>
              </a:rPr>
              <a:t>Department of Computer &amp; Communication Engineering </a:t>
            </a:r>
            <a:endParaRPr lang="en-IN" sz="1500" dirty="0">
              <a:latin typeface="Cambria Math" panose="02040503050406030204" pitchFamily="18" charset="0"/>
              <a:ea typeface="Cambria Math" panose="02040503050406030204" pitchFamily="18" charset="0"/>
            </a:endParaRPr>
          </a:p>
        </p:txBody>
      </p:sp>
      <p:sp>
        <p:nvSpPr>
          <p:cNvPr id="11" name="TextBox 10">
            <a:extLst>
              <a:ext uri="{FF2B5EF4-FFF2-40B4-BE49-F238E27FC236}">
                <a16:creationId xmlns:a16="http://schemas.microsoft.com/office/drawing/2014/main" id="{F36314A1-3147-4F68-0CDC-0036AC38FBF7}"/>
              </a:ext>
            </a:extLst>
          </p:cNvPr>
          <p:cNvSpPr txBox="1"/>
          <p:nvPr/>
        </p:nvSpPr>
        <p:spPr>
          <a:xfrm>
            <a:off x="2237966" y="1255766"/>
            <a:ext cx="5362852" cy="361637"/>
          </a:xfrm>
          <a:prstGeom prst="rect">
            <a:avLst/>
          </a:prstGeom>
          <a:noFill/>
        </p:spPr>
        <p:txBody>
          <a:bodyPr wrap="square" rtlCol="0">
            <a:spAutoFit/>
          </a:bodyPr>
          <a:lstStyle/>
          <a:p>
            <a:r>
              <a:rPr lang="en-US" sz="1750" dirty="0"/>
              <a:t>Subject: Database Management System(DBMS)</a:t>
            </a:r>
            <a:endParaRPr lang="en-IN" sz="1750" dirty="0"/>
          </a:p>
        </p:txBody>
      </p:sp>
      <p:sp>
        <p:nvSpPr>
          <p:cNvPr id="12" name="TextBox 11">
            <a:extLst>
              <a:ext uri="{FF2B5EF4-FFF2-40B4-BE49-F238E27FC236}">
                <a16:creationId xmlns:a16="http://schemas.microsoft.com/office/drawing/2014/main" id="{B8F616FD-8585-7578-E0F4-C2E3119BE155}"/>
              </a:ext>
            </a:extLst>
          </p:cNvPr>
          <p:cNvSpPr txBox="1"/>
          <p:nvPr/>
        </p:nvSpPr>
        <p:spPr>
          <a:xfrm>
            <a:off x="2314166" y="1539961"/>
            <a:ext cx="2574115" cy="323165"/>
          </a:xfrm>
          <a:prstGeom prst="rect">
            <a:avLst/>
          </a:prstGeom>
          <a:noFill/>
        </p:spPr>
        <p:txBody>
          <a:bodyPr wrap="square" rtlCol="0">
            <a:spAutoFit/>
          </a:bodyPr>
          <a:lstStyle/>
          <a:p>
            <a:r>
              <a:rPr lang="en-US" sz="1500" dirty="0"/>
              <a:t>Subject code:BCS403</a:t>
            </a:r>
            <a:endParaRPr lang="en-IN" sz="1500" dirty="0"/>
          </a:p>
        </p:txBody>
      </p:sp>
      <p:sp>
        <p:nvSpPr>
          <p:cNvPr id="13" name="TextBox 12">
            <a:extLst>
              <a:ext uri="{FF2B5EF4-FFF2-40B4-BE49-F238E27FC236}">
                <a16:creationId xmlns:a16="http://schemas.microsoft.com/office/drawing/2014/main" id="{7A74E761-D77A-0472-45E2-0200B3EE8E58}"/>
              </a:ext>
            </a:extLst>
          </p:cNvPr>
          <p:cNvSpPr txBox="1"/>
          <p:nvPr/>
        </p:nvSpPr>
        <p:spPr>
          <a:xfrm>
            <a:off x="1159536" y="2997079"/>
            <a:ext cx="1858699" cy="1131079"/>
          </a:xfrm>
          <a:prstGeom prst="rect">
            <a:avLst/>
          </a:prstGeom>
          <a:noFill/>
        </p:spPr>
        <p:txBody>
          <a:bodyPr wrap="square" rtlCol="0">
            <a:spAutoFit/>
          </a:bodyPr>
          <a:lstStyle/>
          <a:p>
            <a:r>
              <a:rPr lang="en-US" sz="1125" dirty="0"/>
              <a:t>Submitted by:</a:t>
            </a:r>
          </a:p>
          <a:p>
            <a:r>
              <a:rPr lang="en-US" sz="1125" dirty="0"/>
              <a:t>     1KS23CM013</a:t>
            </a:r>
          </a:p>
          <a:p>
            <a:r>
              <a:rPr lang="en-US" sz="1125" dirty="0"/>
              <a:t>     1KS23CM006</a:t>
            </a:r>
          </a:p>
          <a:p>
            <a:r>
              <a:rPr lang="en-US" sz="1125" dirty="0"/>
              <a:t>     1KS23CM045</a:t>
            </a:r>
          </a:p>
          <a:p>
            <a:r>
              <a:rPr lang="en-US" sz="1125" dirty="0"/>
              <a:t>     1KS23CM034</a:t>
            </a:r>
          </a:p>
          <a:p>
            <a:r>
              <a:rPr lang="en-US" sz="1125" dirty="0"/>
              <a:t>     1KS23CM026</a:t>
            </a:r>
            <a:endParaRPr lang="en-IN" sz="1125" dirty="0"/>
          </a:p>
        </p:txBody>
      </p:sp>
      <p:sp>
        <p:nvSpPr>
          <p:cNvPr id="15" name="TextBox 14">
            <a:extLst>
              <a:ext uri="{FF2B5EF4-FFF2-40B4-BE49-F238E27FC236}">
                <a16:creationId xmlns:a16="http://schemas.microsoft.com/office/drawing/2014/main" id="{F7E1E00F-16EC-AFB5-45AB-D725CE7DEE3F}"/>
              </a:ext>
            </a:extLst>
          </p:cNvPr>
          <p:cNvSpPr txBox="1"/>
          <p:nvPr/>
        </p:nvSpPr>
        <p:spPr>
          <a:xfrm>
            <a:off x="2418293" y="2028578"/>
            <a:ext cx="4051109" cy="477054"/>
          </a:xfrm>
          <a:prstGeom prst="rect">
            <a:avLst/>
          </a:prstGeom>
          <a:noFill/>
        </p:spPr>
        <p:txBody>
          <a:bodyPr wrap="none" rtlCol="0">
            <a:spAutoFit/>
          </a:bodyPr>
          <a:lstStyle/>
          <a:p>
            <a:r>
              <a:rPr lang="en-US" sz="2500" dirty="0" err="1">
                <a:latin typeface="Bookman Old Style" panose="02050604050505020204" pitchFamily="18" charset="0"/>
              </a:rPr>
              <a:t>Topic:Car</a:t>
            </a:r>
            <a:r>
              <a:rPr lang="en-US" sz="2500" dirty="0">
                <a:latin typeface="Bookman Old Style" panose="02050604050505020204" pitchFamily="18" charset="0"/>
              </a:rPr>
              <a:t> Rental System</a:t>
            </a:r>
            <a:endParaRPr lang="en-IN" sz="2500" u="sng" dirty="0">
              <a:latin typeface="Bookman Old Style" panose="02050604050505020204" pitchFamily="18" charset="0"/>
            </a:endParaRPr>
          </a:p>
        </p:txBody>
      </p:sp>
      <p:sp>
        <p:nvSpPr>
          <p:cNvPr id="2" name="Rectangle 1">
            <a:extLst>
              <a:ext uri="{FF2B5EF4-FFF2-40B4-BE49-F238E27FC236}">
                <a16:creationId xmlns:a16="http://schemas.microsoft.com/office/drawing/2014/main" id="{3D85C874-A945-3C9C-4D12-86EFF1F351D1}"/>
              </a:ext>
            </a:extLst>
          </p:cNvPr>
          <p:cNvSpPr/>
          <p:nvPr/>
        </p:nvSpPr>
        <p:spPr>
          <a:xfrm>
            <a:off x="8018860" y="4887516"/>
            <a:ext cx="1041797" cy="190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25" dirty="0"/>
          </a:p>
        </p:txBody>
      </p:sp>
      <p:sp>
        <p:nvSpPr>
          <p:cNvPr id="3" name="Rectangle 2">
            <a:extLst>
              <a:ext uri="{FF2B5EF4-FFF2-40B4-BE49-F238E27FC236}">
                <a16:creationId xmlns:a16="http://schemas.microsoft.com/office/drawing/2014/main" id="{EA378177-C1F5-20B5-BEA6-FFE14301480F}"/>
              </a:ext>
            </a:extLst>
          </p:cNvPr>
          <p:cNvSpPr/>
          <p:nvPr/>
        </p:nvSpPr>
        <p:spPr>
          <a:xfrm>
            <a:off x="0" y="4911328"/>
            <a:ext cx="881063" cy="1666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25"/>
          </a:p>
        </p:txBody>
      </p:sp>
      <p:sp>
        <p:nvSpPr>
          <p:cNvPr id="4" name="Rectangle 3">
            <a:extLst>
              <a:ext uri="{FF2B5EF4-FFF2-40B4-BE49-F238E27FC236}">
                <a16:creationId xmlns:a16="http://schemas.microsoft.com/office/drawing/2014/main" id="{08DCC9CB-DE98-2568-F970-EBEA405B7730}"/>
              </a:ext>
            </a:extLst>
          </p:cNvPr>
          <p:cNvSpPr/>
          <p:nvPr/>
        </p:nvSpPr>
        <p:spPr>
          <a:xfrm>
            <a:off x="8980289" y="0"/>
            <a:ext cx="160734" cy="981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25"/>
          </a:p>
        </p:txBody>
      </p:sp>
      <p:sp>
        <p:nvSpPr>
          <p:cNvPr id="7" name="Rectangle 6">
            <a:extLst>
              <a:ext uri="{FF2B5EF4-FFF2-40B4-BE49-F238E27FC236}">
                <a16:creationId xmlns:a16="http://schemas.microsoft.com/office/drawing/2014/main" id="{22A6CB2D-8CF9-3726-EDB3-B4D684353AD7}"/>
              </a:ext>
            </a:extLst>
          </p:cNvPr>
          <p:cNvSpPr/>
          <p:nvPr/>
        </p:nvSpPr>
        <p:spPr>
          <a:xfrm>
            <a:off x="0" y="0"/>
            <a:ext cx="178594" cy="9817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2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Google Shape;134;p27"/>
          <p:cNvPicPr/>
          <p:nvPr/>
        </p:nvPicPr>
        <p:blipFill>
          <a:blip r:embed="rId2"/>
          <a:srcRect t="5212" b="5204"/>
          <a:stretch/>
        </p:blipFill>
        <p:spPr>
          <a:xfrm flipH="1">
            <a:off x="0" y="0"/>
            <a:ext cx="9143640" cy="5142960"/>
          </a:xfrm>
          <a:prstGeom prst="rect">
            <a:avLst/>
          </a:prstGeom>
          <a:ln w="0">
            <a:noFill/>
          </a:ln>
        </p:spPr>
      </p:pic>
      <p:grpSp>
        <p:nvGrpSpPr>
          <p:cNvPr id="73" name="Google Shape;135;p27"/>
          <p:cNvGrpSpPr/>
          <p:nvPr/>
        </p:nvGrpSpPr>
        <p:grpSpPr>
          <a:xfrm>
            <a:off x="-553320" y="270720"/>
            <a:ext cx="9278280" cy="1300320"/>
            <a:chOff x="-553320" y="270720"/>
            <a:chExt cx="9278280" cy="1300320"/>
          </a:xfrm>
        </p:grpSpPr>
        <p:sp>
          <p:nvSpPr>
            <p:cNvPr id="74" name="Google Shape;136;p27"/>
            <p:cNvSpPr/>
            <p:nvPr/>
          </p:nvSpPr>
          <p:spPr>
            <a:xfrm>
              <a:off x="-553320" y="270720"/>
              <a:ext cx="9278280" cy="130032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75" name="Google Shape;137;p27"/>
            <p:cNvSpPr/>
            <p:nvPr/>
          </p:nvSpPr>
          <p:spPr>
            <a:xfrm>
              <a:off x="-343800" y="465480"/>
              <a:ext cx="207720" cy="207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73440" bIns="73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
        <p:nvSpPr>
          <p:cNvPr id="76" name="PlaceHolder 1"/>
          <p:cNvSpPr>
            <a:spLocks noGrp="1"/>
          </p:cNvSpPr>
          <p:nvPr>
            <p:ph type="title"/>
          </p:nvPr>
        </p:nvSpPr>
        <p:spPr>
          <a:xfrm>
            <a:off x="228600" y="428760"/>
            <a:ext cx="6219360" cy="980640"/>
          </a:xfrm>
          <a:prstGeom prst="rect">
            <a:avLst/>
          </a:prstGeom>
          <a:noFill/>
          <a:ln w="0">
            <a:noFill/>
          </a:ln>
          <a:effectLst>
            <a:outerShdw blurRad="57240" dist="19080" dir="5400000" rotWithShape="0">
              <a:srgbClr val="FFFFFF">
                <a:alpha val="5000"/>
              </a:srgbClr>
            </a:outerShdw>
          </a:effectLst>
        </p:spPr>
        <p:txBody>
          <a:bodyPr lIns="91440" tIns="91440" rIns="91440" bIns="91440" anchor="ctr">
            <a:normAutofit/>
          </a:bodyPr>
          <a:lstStyle/>
          <a:p>
            <a:pPr indent="0">
              <a:lnSpc>
                <a:spcPct val="100000"/>
              </a:lnSpc>
              <a:buNone/>
              <a:tabLst>
                <a:tab pos="0" algn="l"/>
              </a:tabLst>
            </a:pPr>
            <a:r>
              <a:rPr lang="en" sz="4700" b="1" strike="noStrike" spc="-1" dirty="0">
                <a:solidFill>
                  <a:schemeClr val="dk1"/>
                </a:solidFill>
                <a:latin typeface="Sora"/>
                <a:ea typeface="Sora"/>
              </a:rPr>
              <a:t>Car Rental System</a:t>
            </a:r>
            <a:endParaRPr lang="fr-FR" sz="4700" b="0" strike="noStrike" spc="-1" dirty="0">
              <a:solidFill>
                <a:schemeClr val="dk1"/>
              </a:solidFill>
              <a:latin typeface="Arial"/>
            </a:endParaRPr>
          </a:p>
        </p:txBody>
      </p:sp>
      <p:sp>
        <p:nvSpPr>
          <p:cNvPr id="77" name="PlaceHolder 2"/>
          <p:cNvSpPr>
            <a:spLocks noGrp="1"/>
          </p:cNvSpPr>
          <p:nvPr>
            <p:ph type="subTitle"/>
          </p:nvPr>
        </p:nvSpPr>
        <p:spPr>
          <a:xfrm>
            <a:off x="2387600" y="3876630"/>
            <a:ext cx="4171950" cy="2155870"/>
          </a:xfrm>
          <a:prstGeom prst="rect">
            <a:avLst/>
          </a:prstGeom>
          <a:noFill/>
          <a:ln w="0">
            <a:noFill/>
          </a:ln>
          <a:effectLst>
            <a:outerShdw blurRad="57240" dist="19080" dir="5400000" rotWithShape="0">
              <a:srgbClr val="000000">
                <a:alpha val="50000"/>
              </a:srgbClr>
            </a:outerShdw>
          </a:effectLst>
        </p:spPr>
        <p:txBody>
          <a:bodyPr lIns="91440" tIns="91440" rIns="91440" bIns="91440" anchor="t">
            <a:normAutofit/>
          </a:bodyPr>
          <a:lstStyle/>
          <a:p>
            <a:pPr indent="0">
              <a:lnSpc>
                <a:spcPct val="100000"/>
              </a:lnSpc>
              <a:buNone/>
              <a:tabLst>
                <a:tab pos="0" algn="l"/>
              </a:tabLst>
            </a:pPr>
            <a:r>
              <a:rPr lang="en" sz="2000" b="0" strike="noStrike" spc="-1" dirty="0">
                <a:solidFill>
                  <a:schemeClr val="accent4"/>
                </a:solidFill>
                <a:latin typeface="Public Sans"/>
                <a:ea typeface="Public Sans"/>
              </a:rPr>
              <a:t>A Comprehensive Overview of a </a:t>
            </a:r>
            <a:r>
              <a:rPr lang="en" sz="2000" spc="-1" dirty="0">
                <a:solidFill>
                  <a:schemeClr val="accent4"/>
                </a:solidFill>
                <a:latin typeface="Public Sans"/>
                <a:ea typeface="Public Sans"/>
              </a:rPr>
              <a:t>python,django</a:t>
            </a:r>
            <a:r>
              <a:rPr lang="en" sz="2000" b="0" strike="noStrike" spc="-1" dirty="0">
                <a:solidFill>
                  <a:schemeClr val="accent4"/>
                </a:solidFill>
                <a:latin typeface="Public Sans"/>
                <a:ea typeface="Public Sans"/>
              </a:rPr>
              <a:t> and MySQL Based Application</a:t>
            </a:r>
            <a:endParaRPr lang="en-US" sz="2000" b="0" strike="noStrike" spc="-1" dirty="0">
              <a:solidFill>
                <a:schemeClr val="accent4"/>
              </a:solidFill>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Google Shape;171;p30"/>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79" name="PlaceHolder 1"/>
          <p:cNvSpPr>
            <a:spLocks noGrp="1"/>
          </p:cNvSpPr>
          <p:nvPr>
            <p:ph type="title"/>
          </p:nvPr>
        </p:nvSpPr>
        <p:spPr>
          <a:xfrm>
            <a:off x="228599" y="228599"/>
            <a:ext cx="4898571" cy="1815737"/>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1" strike="noStrike" spc="-1" dirty="0">
                <a:solidFill>
                  <a:schemeClr val="dk1"/>
                </a:solidFill>
                <a:latin typeface="Sora"/>
                <a:ea typeface="Sora"/>
              </a:rPr>
              <a:t>Introduction</a:t>
            </a:r>
            <a:endParaRPr lang="fr-FR" sz="2600" b="0" strike="noStrike" spc="-1" dirty="0">
              <a:solidFill>
                <a:schemeClr val="dk1"/>
              </a:solidFill>
              <a:latin typeface="Arial"/>
            </a:endParaRPr>
          </a:p>
        </p:txBody>
      </p:sp>
      <p:sp>
        <p:nvSpPr>
          <p:cNvPr id="80" name="PlaceHolder 2"/>
          <p:cNvSpPr>
            <a:spLocks noGrp="1"/>
          </p:cNvSpPr>
          <p:nvPr>
            <p:ph/>
          </p:nvPr>
        </p:nvSpPr>
        <p:spPr>
          <a:xfrm>
            <a:off x="-44450" y="1895520"/>
            <a:ext cx="4838400" cy="2771730"/>
          </a:xfrm>
          <a:prstGeom prst="rect">
            <a:avLst/>
          </a:prstGeom>
          <a:noFill/>
          <a:ln w="0">
            <a:noFill/>
          </a:ln>
        </p:spPr>
        <p:txBody>
          <a:bodyPr lIns="91440" tIns="91440" rIns="91440" bIns="91440" anchor="b">
            <a:noAutofit/>
          </a:bodyPr>
          <a:lstStyle/>
          <a:p>
            <a:pPr indent="0">
              <a:lnSpc>
                <a:spcPct val="100000"/>
              </a:lnSpc>
              <a:buNone/>
              <a:tabLst>
                <a:tab pos="0" algn="l"/>
              </a:tabLst>
            </a:pPr>
            <a:r>
              <a:rPr lang="en-US" sz="1600" dirty="0"/>
              <a:t>The Car Rental System is a </a:t>
            </a:r>
            <a:r>
              <a:rPr lang="en-US" sz="1600" b="1" dirty="0"/>
              <a:t>web-based application</a:t>
            </a:r>
            <a:r>
              <a:rPr lang="en-US" sz="1600" dirty="0"/>
              <a:t> developed using </a:t>
            </a:r>
            <a:r>
              <a:rPr lang="en-US" sz="1600" b="1" dirty="0"/>
              <a:t>Python with the Django framework</a:t>
            </a:r>
            <a:r>
              <a:rPr lang="en-US" sz="1600" dirty="0"/>
              <a:t> and </a:t>
            </a:r>
            <a:r>
              <a:rPr lang="en-US" sz="1600" b="1" dirty="0"/>
              <a:t>MySQL</a:t>
            </a:r>
            <a:r>
              <a:rPr lang="en-US" sz="1600" dirty="0"/>
              <a:t> to automate the process of renting cars. It allows users to register, browse available vehicles, book rentals, and manage returns through a user-friendly web interface. Administrators can efficiently manage car inventory, customer records, and view transaction history via the Django admin panel. The system improves operational efficiency, reduces manual errors, and ensures smooth handling of all rental activities.</a:t>
            </a:r>
          </a:p>
          <a:p>
            <a:pPr indent="0">
              <a:lnSpc>
                <a:spcPct val="100000"/>
              </a:lnSpc>
              <a:buNone/>
              <a:tabLst>
                <a:tab pos="0" algn="l"/>
              </a:tabLst>
            </a:pPr>
            <a:endParaRPr lang="fr-FR" sz="18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oogle Shape;179;p31"/>
          <p:cNvGrpSpPr/>
          <p:nvPr/>
        </p:nvGrpSpPr>
        <p:grpSpPr>
          <a:xfrm>
            <a:off x="-553320" y="130680"/>
            <a:ext cx="9278280" cy="1300320"/>
            <a:chOff x="-553320" y="130680"/>
            <a:chExt cx="9278280" cy="1300320"/>
          </a:xfrm>
        </p:grpSpPr>
        <p:sp>
          <p:nvSpPr>
            <p:cNvPr id="83" name="Google Shape;180;p31"/>
            <p:cNvSpPr/>
            <p:nvPr/>
          </p:nvSpPr>
          <p:spPr>
            <a:xfrm>
              <a:off x="-553320" y="130680"/>
              <a:ext cx="9278280" cy="1300320"/>
            </a:xfrm>
            <a:prstGeom prst="roundRect">
              <a:avLst>
                <a:gd name="adj" fmla="val 43641"/>
              </a:avLst>
            </a:pr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84" name="Google Shape;181;p31"/>
            <p:cNvSpPr/>
            <p:nvPr/>
          </p:nvSpPr>
          <p:spPr>
            <a:xfrm>
              <a:off x="-343800" y="465480"/>
              <a:ext cx="207720" cy="20772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tIns="73440" bIns="73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grpSp>
      <p:sp>
        <p:nvSpPr>
          <p:cNvPr id="85" name="PlaceHolder 1"/>
          <p:cNvSpPr>
            <a:spLocks noGrp="1"/>
          </p:cNvSpPr>
          <p:nvPr>
            <p:ph type="title"/>
          </p:nvPr>
        </p:nvSpPr>
        <p:spPr>
          <a:xfrm>
            <a:off x="1247760" y="380880"/>
            <a:ext cx="5466960" cy="79992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 sz="4000" b="1" strike="noStrike" spc="-1" dirty="0">
                <a:solidFill>
                  <a:schemeClr val="dk1"/>
                </a:solidFill>
                <a:latin typeface="Sora"/>
                <a:ea typeface="Sora"/>
              </a:rPr>
              <a:t>System Overview</a:t>
            </a:r>
            <a:endParaRPr lang="fr-FR" sz="4000" b="0" strike="noStrike" spc="-1" dirty="0">
              <a:solidFill>
                <a:schemeClr val="dk1"/>
              </a:solidFill>
              <a:latin typeface="Arial"/>
            </a:endParaRPr>
          </a:p>
        </p:txBody>
      </p:sp>
      <p:sp>
        <p:nvSpPr>
          <p:cNvPr id="86" name="PlaceHolder 2"/>
          <p:cNvSpPr>
            <a:spLocks noGrp="1"/>
          </p:cNvSpPr>
          <p:nvPr>
            <p:ph type="title"/>
          </p:nvPr>
        </p:nvSpPr>
        <p:spPr>
          <a:xfrm>
            <a:off x="228600" y="419040"/>
            <a:ext cx="1018800" cy="713880"/>
          </a:xfrm>
          <a:prstGeom prst="rect">
            <a:avLst/>
          </a:prstGeom>
          <a:noFill/>
          <a:ln w="0">
            <a:noFill/>
          </a:ln>
        </p:spPr>
        <p:txBody>
          <a:bodyPr lIns="91440" tIns="91440" rIns="91440" bIns="91440" anchor="ctr">
            <a:normAutofit fontScale="90000"/>
          </a:bodyPr>
          <a:lstStyle/>
          <a:p>
            <a:pPr indent="0" algn="ctr">
              <a:lnSpc>
                <a:spcPct val="100000"/>
              </a:lnSpc>
              <a:buNone/>
              <a:tabLst>
                <a:tab pos="0" algn="l"/>
              </a:tabLst>
            </a:pPr>
            <a:r>
              <a:rPr lang="en" sz="4400" b="1" strike="noStrike" spc="-1">
                <a:solidFill>
                  <a:schemeClr val="dk1"/>
                </a:solidFill>
                <a:latin typeface="Sora"/>
                <a:ea typeface="Sora"/>
              </a:rPr>
              <a:t>01</a:t>
            </a:r>
            <a:endParaRPr lang="fr-FR" sz="4400" b="0" strike="noStrike" spc="-1">
              <a:solidFill>
                <a:schemeClr val="dk1"/>
              </a:solidFill>
              <a:latin typeface="Arial"/>
            </a:endParaRPr>
          </a:p>
        </p:txBody>
      </p:sp>
      <p:sp>
        <p:nvSpPr>
          <p:cNvPr id="3" name="TextBox 2">
            <a:extLst>
              <a:ext uri="{FF2B5EF4-FFF2-40B4-BE49-F238E27FC236}">
                <a16:creationId xmlns:a16="http://schemas.microsoft.com/office/drawing/2014/main" id="{B6AA4EE8-DB32-2D75-FE80-0B3AEC032699}"/>
              </a:ext>
            </a:extLst>
          </p:cNvPr>
          <p:cNvSpPr txBox="1"/>
          <p:nvPr/>
        </p:nvSpPr>
        <p:spPr>
          <a:xfrm>
            <a:off x="275045" y="1796324"/>
            <a:ext cx="8288383" cy="3139321"/>
          </a:xfrm>
          <a:prstGeom prst="rect">
            <a:avLst/>
          </a:prstGeom>
          <a:noFill/>
        </p:spPr>
        <p:txBody>
          <a:bodyPr wrap="square" rtlCol="0">
            <a:spAutoFit/>
          </a:bodyPr>
          <a:lstStyle/>
          <a:p>
            <a:pPr>
              <a:buNone/>
            </a:pPr>
            <a:r>
              <a:rPr lang="en-US" dirty="0"/>
              <a:t>The Car Rental System is a </a:t>
            </a:r>
            <a:r>
              <a:rPr lang="en-US" b="1" dirty="0"/>
              <a:t>web-based application</a:t>
            </a:r>
            <a:r>
              <a:rPr lang="en-US" dirty="0"/>
              <a:t> developed using </a:t>
            </a:r>
            <a:r>
              <a:rPr lang="en-US" b="1" dirty="0"/>
              <a:t>Python with Django</a:t>
            </a:r>
            <a:r>
              <a:rPr lang="en-US" dirty="0"/>
              <a:t> and </a:t>
            </a:r>
            <a:r>
              <a:rPr lang="en-US" b="1" dirty="0"/>
              <a:t>MySQL</a:t>
            </a:r>
            <a:r>
              <a:rPr lang="en-US" dirty="0"/>
              <a:t> as the database. It supports two primary user roles:</a:t>
            </a:r>
          </a:p>
          <a:p>
            <a:pPr>
              <a:buFont typeface="Arial" panose="020B0604020202020204" pitchFamily="34" charset="0"/>
              <a:buChar char="•"/>
            </a:pPr>
            <a:r>
              <a:rPr lang="en-US" b="1" dirty="0"/>
              <a:t>Admin:</a:t>
            </a:r>
            <a:r>
              <a:rPr lang="en-US" dirty="0"/>
              <a:t> Responsible for managing car inventory, customer details, and overseeing rental transactions through the Django admin interface.</a:t>
            </a:r>
          </a:p>
          <a:p>
            <a:pPr>
              <a:buFont typeface="Arial" panose="020B0604020202020204" pitchFamily="34" charset="0"/>
              <a:buChar char="•"/>
            </a:pPr>
            <a:r>
              <a:rPr lang="en-US" b="1" dirty="0"/>
              <a:t>Customer:</a:t>
            </a:r>
            <a:r>
              <a:rPr lang="en-US" dirty="0"/>
              <a:t> Can browse available vehicles, register, and book rentals via the web interface.</a:t>
            </a:r>
          </a:p>
          <a:p>
            <a:r>
              <a:rPr lang="en-US" dirty="0"/>
              <a:t>The system leverages Django’s powerful backend to handle business logic and data management, while MySQL stores all persistent data. This setup ensures reliable, efficient, and scalable rental operations with a user-friendly experience for both admins and customer</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228600"/>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000" b="1" strike="noStrike" spc="-1" dirty="0">
                <a:solidFill>
                  <a:schemeClr val="dk1"/>
                </a:solidFill>
                <a:latin typeface="Sora"/>
                <a:ea typeface="Sora"/>
              </a:rPr>
              <a:t>Description of Car Rental System</a:t>
            </a:r>
            <a:endParaRPr lang="fr-FR" sz="3000" b="0" strike="noStrike" spc="-1" dirty="0">
              <a:solidFill>
                <a:schemeClr val="dk1"/>
              </a:solidFill>
              <a:latin typeface="Arial"/>
            </a:endParaRPr>
          </a:p>
        </p:txBody>
      </p:sp>
      <p:sp>
        <p:nvSpPr>
          <p:cNvPr id="88" name="PlaceHolder 2"/>
          <p:cNvSpPr>
            <a:spLocks noGrp="1"/>
          </p:cNvSpPr>
          <p:nvPr>
            <p:ph type="subTitle"/>
          </p:nvPr>
        </p:nvSpPr>
        <p:spPr>
          <a:xfrm>
            <a:off x="35165" y="1622410"/>
            <a:ext cx="5562360" cy="2542680"/>
          </a:xfrm>
          <a:prstGeom prst="rect">
            <a:avLst/>
          </a:prstGeom>
          <a:noFill/>
          <a:ln w="0">
            <a:noFill/>
          </a:ln>
        </p:spPr>
        <p:txBody>
          <a:bodyPr lIns="91440" tIns="91440" rIns="91440" bIns="91440" anchor="t">
            <a:normAutofit fontScale="92500" lnSpcReduction="10000"/>
          </a:bodyPr>
          <a:lstStyle/>
          <a:p>
            <a:pPr indent="0">
              <a:lnSpc>
                <a:spcPct val="100000"/>
              </a:lnSpc>
              <a:buNone/>
              <a:tabLst>
                <a:tab pos="0" algn="l"/>
              </a:tabLst>
            </a:pPr>
            <a:r>
              <a:rPr lang="en-US" sz="1600" dirty="0"/>
              <a:t>The Car Rental System is a </a:t>
            </a:r>
            <a:r>
              <a:rPr lang="en-US" sz="1600" b="1" dirty="0"/>
              <a:t>web-based application</a:t>
            </a:r>
            <a:r>
              <a:rPr lang="en-US" sz="1600" dirty="0"/>
              <a:t> developed using </a:t>
            </a:r>
            <a:r>
              <a:rPr lang="en-US" sz="1600" b="1" dirty="0"/>
              <a:t>Python and Django</a:t>
            </a:r>
            <a:r>
              <a:rPr lang="en-US" sz="1600" dirty="0"/>
              <a:t>. It provides a user-friendly interface for both administrators and customers, enabling efficient management of car rentals, bookings, and returns. Customers can search for available vehicles, book them for specific dates, and view their booking history through the web portal. Administrators can add, update, or delete car records, manage customer information, and monitor ongoing rentals via the Django admin panel. The system streamlines rental operations and enhances user experience through its intuitive design.</a:t>
            </a:r>
          </a:p>
          <a:p>
            <a:pPr indent="0">
              <a:lnSpc>
                <a:spcPct val="100000"/>
              </a:lnSpc>
              <a:buNone/>
              <a:tabLst>
                <a:tab pos="0" algn="l"/>
              </a:tabLst>
            </a:pPr>
            <a:endParaRPr lang="en-US" sz="1800" b="0" strike="noStrike" spc="-1" dirty="0">
              <a:solidFill>
                <a:srgbClr val="000000"/>
              </a:solidFill>
              <a:latin typeface="OpenSymbol"/>
            </a:endParaRPr>
          </a:p>
        </p:txBody>
      </p:sp>
      <p:sp>
        <p:nvSpPr>
          <p:cNvPr id="2" name="AutoShape 2" descr="Car Rental System - Flowchart Template | Creately">
            <a:extLst>
              <a:ext uri="{FF2B5EF4-FFF2-40B4-BE49-F238E27FC236}">
                <a16:creationId xmlns:a16="http://schemas.microsoft.com/office/drawing/2014/main" id="{A9F0CBCB-AF5D-33B3-326B-2383935380DD}"/>
              </a:ext>
            </a:extLst>
          </p:cNvPr>
          <p:cNvSpPr>
            <a:spLocks noChangeAspect="1" noChangeArrowheads="1"/>
          </p:cNvSpPr>
          <p:nvPr/>
        </p:nvSpPr>
        <p:spPr bwMode="auto">
          <a:xfrm>
            <a:off x="4419600" y="1936750"/>
            <a:ext cx="2355850" cy="787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Car Rental System - Flowchart Template | Creately">
            <a:extLst>
              <a:ext uri="{FF2B5EF4-FFF2-40B4-BE49-F238E27FC236}">
                <a16:creationId xmlns:a16="http://schemas.microsoft.com/office/drawing/2014/main" id="{FCCC463E-D855-D06B-B60F-E2594E875F4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3D672777-0911-BFBB-0FFA-A3F07E954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8888" y="393700"/>
            <a:ext cx="3345024" cy="426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228600"/>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000" b="1" strike="noStrike" spc="-1" dirty="0">
                <a:solidFill>
                  <a:schemeClr val="dk1"/>
                </a:solidFill>
                <a:latin typeface="Sora"/>
                <a:ea typeface="Sora"/>
              </a:rPr>
              <a:t>Importance of System</a:t>
            </a:r>
            <a:endParaRPr lang="fr-FR" sz="3000" b="0" strike="noStrike" spc="-1" dirty="0">
              <a:solidFill>
                <a:schemeClr val="dk1"/>
              </a:solidFill>
              <a:latin typeface="Arial"/>
            </a:endParaRPr>
          </a:p>
        </p:txBody>
      </p:sp>
      <p:sp>
        <p:nvSpPr>
          <p:cNvPr id="90" name="PlaceHolder 2"/>
          <p:cNvSpPr>
            <a:spLocks noGrp="1"/>
          </p:cNvSpPr>
          <p:nvPr>
            <p:ph type="subTitle"/>
          </p:nvPr>
        </p:nvSpPr>
        <p:spPr>
          <a:xfrm>
            <a:off x="313508" y="1450235"/>
            <a:ext cx="5303521" cy="2233491"/>
          </a:xfrm>
          <a:prstGeom prst="rect">
            <a:avLst/>
          </a:prstGeom>
          <a:noFill/>
          <a:ln w="0">
            <a:noFill/>
          </a:ln>
        </p:spPr>
        <p:txBody>
          <a:bodyPr lIns="91440" tIns="91440" rIns="91440" bIns="91440" anchor="t">
            <a:normAutofit lnSpcReduction="10000"/>
          </a:bodyPr>
          <a:lstStyle/>
          <a:p>
            <a:pPr indent="0">
              <a:lnSpc>
                <a:spcPct val="100000"/>
              </a:lnSpc>
              <a:buNone/>
              <a:tabLst>
                <a:tab pos="0" algn="l"/>
              </a:tabLst>
            </a:pPr>
            <a:r>
              <a:rPr lang="en-US" sz="1800" dirty="0"/>
              <a:t>The </a:t>
            </a:r>
            <a:r>
              <a:rPr lang="en-US" sz="1800" b="1" dirty="0"/>
              <a:t>Car Rental System</a:t>
            </a:r>
            <a:r>
              <a:rPr lang="en-US" sz="1800" dirty="0"/>
              <a:t> simplifies and automates the vehicle rental process, reducing manual effort and errors. It ensures efficient management of bookings, returns, and vehicle availability. By digitizing records and operations, the system improves accuracy, saves time, enhances customer experience, and supports better decision-making for rental businesses.</a:t>
            </a:r>
          </a:p>
          <a:p>
            <a:pPr indent="0">
              <a:lnSpc>
                <a:spcPct val="100000"/>
              </a:lnSpc>
              <a:buNone/>
              <a:tabLst>
                <a:tab pos="0" algn="l"/>
              </a:tabLst>
            </a:pPr>
            <a:endParaRPr lang="en-US" sz="1400" b="0" strike="noStrike" spc="-1" dirty="0">
              <a:solidFill>
                <a:srgbClr val="000000"/>
              </a:solidFill>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Google Shape;171;p30"/>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92" name="PlaceHolder 1"/>
          <p:cNvSpPr>
            <a:spLocks noGrp="1"/>
          </p:cNvSpPr>
          <p:nvPr>
            <p:ph type="title"/>
          </p:nvPr>
        </p:nvSpPr>
        <p:spPr>
          <a:xfrm>
            <a:off x="228600" y="228600"/>
            <a:ext cx="4838400" cy="17427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1" strike="noStrike" spc="-1" dirty="0">
                <a:solidFill>
                  <a:schemeClr val="dk1"/>
                </a:solidFill>
                <a:latin typeface="Sora"/>
                <a:ea typeface="Sora"/>
              </a:rPr>
              <a:t>Key Features-</a:t>
            </a:r>
            <a:endParaRPr lang="fr-FR" sz="2600" b="0" strike="noStrike" spc="-1" dirty="0">
              <a:solidFill>
                <a:schemeClr val="dk1"/>
              </a:solidFill>
              <a:latin typeface="Arial"/>
            </a:endParaRPr>
          </a:p>
        </p:txBody>
      </p:sp>
      <p:sp>
        <p:nvSpPr>
          <p:cNvPr id="93" name="PlaceHolder 2"/>
          <p:cNvSpPr>
            <a:spLocks noGrp="1"/>
          </p:cNvSpPr>
          <p:nvPr>
            <p:ph/>
          </p:nvPr>
        </p:nvSpPr>
        <p:spPr>
          <a:xfrm>
            <a:off x="165100" y="1824571"/>
            <a:ext cx="4901900" cy="2695140"/>
          </a:xfrm>
          <a:prstGeom prst="rect">
            <a:avLst/>
          </a:prstGeom>
          <a:noFill/>
          <a:ln w="0">
            <a:noFill/>
          </a:ln>
        </p:spPr>
        <p:txBody>
          <a:bodyPr lIns="91440" tIns="91440" rIns="91440" bIns="91440" anchor="b">
            <a:noAutofit/>
          </a:bodyPr>
          <a:lstStyle/>
          <a:p>
            <a:pPr>
              <a:buNone/>
            </a:pPr>
            <a:r>
              <a:rPr lang="en-US" sz="1400" dirty="0"/>
              <a:t>The Car Rental System offers several key features, including:</a:t>
            </a:r>
          </a:p>
          <a:p>
            <a:pPr>
              <a:buFont typeface="Arial" panose="020B0604020202020204" pitchFamily="34" charset="0"/>
              <a:buChar char="•"/>
            </a:pPr>
            <a:r>
              <a:rPr lang="en-US" sz="1400" b="1" dirty="0"/>
              <a:t>Real-time vehicle availability</a:t>
            </a:r>
            <a:r>
              <a:rPr lang="en-US" sz="1400" dirty="0"/>
              <a:t> to ensure customers can only book cars that are free.</a:t>
            </a:r>
          </a:p>
          <a:p>
            <a:pPr>
              <a:buFont typeface="Arial" panose="020B0604020202020204" pitchFamily="34" charset="0"/>
              <a:buChar char="•"/>
            </a:pPr>
            <a:r>
              <a:rPr lang="en-US" sz="1400" b="1" dirty="0"/>
              <a:t>Online booking capabilities</a:t>
            </a:r>
            <a:r>
              <a:rPr lang="en-US" sz="1400" dirty="0"/>
              <a:t> allowing users to reserve vehicles conveniently through the web interface.</a:t>
            </a:r>
          </a:p>
          <a:p>
            <a:pPr>
              <a:buFont typeface="Arial" panose="020B0604020202020204" pitchFamily="34" charset="0"/>
              <a:buChar char="•"/>
            </a:pPr>
            <a:r>
              <a:rPr lang="en-US" sz="1400" b="1" dirty="0"/>
              <a:t>User authentication</a:t>
            </a:r>
            <a:r>
              <a:rPr lang="en-US" sz="1400" dirty="0"/>
              <a:t> for secure login and registration of both customers and administrators.</a:t>
            </a:r>
          </a:p>
          <a:p>
            <a:pPr>
              <a:buFont typeface="Arial" panose="020B0604020202020204" pitchFamily="34" charset="0"/>
              <a:buChar char="•"/>
            </a:pPr>
            <a:r>
              <a:rPr lang="en-US" sz="1400" b="1" dirty="0"/>
              <a:t>Admin panel</a:t>
            </a:r>
            <a:r>
              <a:rPr lang="en-US" sz="1400" dirty="0"/>
              <a:t> powered by Django for managing car inventory, customer records, and rental transactions efficiently.</a:t>
            </a:r>
          </a:p>
          <a:p>
            <a:pPr>
              <a:buFont typeface="Arial" panose="020B0604020202020204" pitchFamily="34" charset="0"/>
              <a:buChar char="•"/>
            </a:pPr>
            <a:r>
              <a:rPr lang="en-US" sz="1400" b="1" dirty="0"/>
              <a:t>Booking history</a:t>
            </a:r>
            <a:r>
              <a:rPr lang="en-US" sz="1400" dirty="0"/>
              <a:t> for customers to view their past and current rentals</a:t>
            </a:r>
          </a:p>
          <a:p>
            <a:pPr indent="0">
              <a:lnSpc>
                <a:spcPct val="100000"/>
              </a:lnSpc>
              <a:buNone/>
              <a:tabLst>
                <a:tab pos="0" algn="l"/>
              </a:tabLst>
            </a:pPr>
            <a:endParaRPr lang="fr-FR" sz="14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228600" y="228600"/>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000" b="1" strike="noStrike" spc="-1" dirty="0">
                <a:solidFill>
                  <a:schemeClr val="dk1"/>
                </a:solidFill>
                <a:latin typeface="Sora"/>
                <a:ea typeface="Sora"/>
              </a:rPr>
              <a:t>Frameworks Used</a:t>
            </a:r>
            <a:endParaRPr lang="fr-FR" sz="3000" b="0" strike="noStrike" spc="-1" dirty="0">
              <a:solidFill>
                <a:schemeClr val="dk1"/>
              </a:solidFill>
              <a:latin typeface="Arial"/>
            </a:endParaRPr>
          </a:p>
        </p:txBody>
      </p:sp>
      <p:sp>
        <p:nvSpPr>
          <p:cNvPr id="101" name="PlaceHolder 2"/>
          <p:cNvSpPr>
            <a:spLocks noGrp="1"/>
          </p:cNvSpPr>
          <p:nvPr>
            <p:ph type="subTitle"/>
          </p:nvPr>
        </p:nvSpPr>
        <p:spPr>
          <a:xfrm>
            <a:off x="57150" y="1660510"/>
            <a:ext cx="5562360" cy="25426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600" dirty="0"/>
              <a:t>The system is built using </a:t>
            </a:r>
            <a:r>
              <a:rPr lang="en-US" sz="1600" b="1" dirty="0"/>
              <a:t>Python</a:t>
            </a:r>
            <a:r>
              <a:rPr lang="en-US" sz="1600" dirty="0"/>
              <a:t>, leveraging the </a:t>
            </a:r>
            <a:r>
              <a:rPr lang="en-US" sz="1600" b="1" dirty="0"/>
              <a:t>Django framework</a:t>
            </a:r>
            <a:r>
              <a:rPr lang="en-US" sz="1600" dirty="0"/>
              <a:t> for rapid development, built-in ORM, and secure, scalable web application architecture. Django’s powerful admin interface facilitates easy management of the system. For data storage and ORM, </a:t>
            </a:r>
            <a:r>
              <a:rPr lang="en-US" sz="1600" b="1" dirty="0"/>
              <a:t>MySQL</a:t>
            </a:r>
            <a:r>
              <a:rPr lang="en-US" sz="1600" dirty="0"/>
              <a:t> is used as the relational database system. The user interface is developed using Django’s </a:t>
            </a:r>
            <a:r>
              <a:rPr lang="en-US" sz="1600" b="1" dirty="0"/>
              <a:t>templating system</a:t>
            </a:r>
            <a:r>
              <a:rPr lang="en-US" sz="1600" dirty="0"/>
              <a:t>, providing dynamic and responsive web pages.</a:t>
            </a:r>
          </a:p>
          <a:p>
            <a:pPr indent="0">
              <a:lnSpc>
                <a:spcPct val="100000"/>
              </a:lnSpc>
              <a:buNone/>
              <a:tabLst>
                <a:tab pos="0" algn="l"/>
              </a:tabLst>
            </a:pPr>
            <a:endParaRPr lang="en-US" sz="1800" b="0" strike="noStrike" spc="-1" dirty="0">
              <a:solidFill>
                <a:srgbClr val="000000"/>
              </a:solidFill>
              <a:latin typeface="OpenSymbol"/>
            </a:endParaRPr>
          </a:p>
        </p:txBody>
      </p:sp>
      <p:pic>
        <p:nvPicPr>
          <p:cNvPr id="4" name="Picture 3">
            <a:extLst>
              <a:ext uri="{FF2B5EF4-FFF2-40B4-BE49-F238E27FC236}">
                <a16:creationId xmlns:a16="http://schemas.microsoft.com/office/drawing/2014/main" id="{85921812-AE66-6E76-7E66-A5326543E9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950" y="552450"/>
            <a:ext cx="3448050" cy="3435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171;p30"/>
          <p:cNvSpPr/>
          <p:nvPr/>
        </p:nvSpPr>
        <p:spPr>
          <a:xfrm>
            <a:off x="5217480" y="228600"/>
            <a:ext cx="3926520" cy="4686120"/>
          </a:xfrm>
          <a:prstGeom prst="roundRect">
            <a:avLst>
              <a:gd name="adj" fmla="val 8045"/>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103" name="PlaceHolder 1"/>
          <p:cNvSpPr>
            <a:spLocks noGrp="1"/>
          </p:cNvSpPr>
          <p:nvPr>
            <p:ph type="title"/>
          </p:nvPr>
        </p:nvSpPr>
        <p:spPr>
          <a:xfrm>
            <a:off x="228600" y="228600"/>
            <a:ext cx="4838400" cy="17427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2600" b="1" strike="noStrike" spc="-1" dirty="0">
                <a:solidFill>
                  <a:schemeClr val="dk1"/>
                </a:solidFill>
                <a:latin typeface="Sora"/>
                <a:ea typeface="Sora"/>
              </a:rPr>
              <a:t>MySQL Database Design</a:t>
            </a:r>
            <a:endParaRPr lang="fr-FR" sz="2600" b="0" strike="noStrike" spc="-1" dirty="0">
              <a:solidFill>
                <a:schemeClr val="dk1"/>
              </a:solidFill>
              <a:latin typeface="Arial"/>
            </a:endParaRPr>
          </a:p>
        </p:txBody>
      </p:sp>
      <p:sp>
        <p:nvSpPr>
          <p:cNvPr id="104" name="PlaceHolder 2"/>
          <p:cNvSpPr>
            <a:spLocks noGrp="1"/>
          </p:cNvSpPr>
          <p:nvPr>
            <p:ph/>
          </p:nvPr>
        </p:nvSpPr>
        <p:spPr>
          <a:xfrm>
            <a:off x="158750" y="1809750"/>
            <a:ext cx="4908250" cy="259989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1800" b="0" strike="noStrike" spc="-1" dirty="0">
                <a:solidFill>
                  <a:schemeClr val="dk1"/>
                </a:solidFill>
                <a:latin typeface="Public Sans"/>
                <a:ea typeface="Public Sans"/>
              </a:rPr>
              <a:t>The MySQL database is designed to efficiently handle various data requirements, including user accounts, vehicle listings, booking history, and payment records. The schema is normalized to reduce redundancy and optimize query performance.</a:t>
            </a:r>
            <a:endParaRPr lang="fr-FR" sz="1800" b="0" strike="noStrike" spc="-1" dirty="0">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228600" y="228600"/>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000" b="1" strike="noStrike" spc="-1" dirty="0">
                <a:solidFill>
                  <a:schemeClr val="dk1"/>
                </a:solidFill>
                <a:latin typeface="Sora"/>
                <a:ea typeface="Sora"/>
              </a:rPr>
              <a:t>Software and Hardware Requirements</a:t>
            </a:r>
            <a:endParaRPr lang="fr-FR" sz="3000" b="0" strike="noStrike" spc="-1" dirty="0">
              <a:solidFill>
                <a:schemeClr val="dk1"/>
              </a:solidFill>
              <a:latin typeface="Arial"/>
            </a:endParaRPr>
          </a:p>
        </p:txBody>
      </p:sp>
      <p:sp>
        <p:nvSpPr>
          <p:cNvPr id="106" name="PlaceHolder 2"/>
          <p:cNvSpPr>
            <a:spLocks noGrp="1"/>
          </p:cNvSpPr>
          <p:nvPr>
            <p:ph type="subTitle"/>
          </p:nvPr>
        </p:nvSpPr>
        <p:spPr>
          <a:xfrm>
            <a:off x="355600" y="885600"/>
            <a:ext cx="5562360" cy="2542680"/>
          </a:xfrm>
          <a:prstGeom prst="rect">
            <a:avLst/>
          </a:prstGeom>
          <a:noFill/>
          <a:ln w="0">
            <a:noFill/>
          </a:ln>
        </p:spPr>
        <p:txBody>
          <a:bodyPr lIns="91440" tIns="91440" rIns="91440" bIns="91440" anchor="t">
            <a:noAutofit/>
          </a:bodyPr>
          <a:lstStyle/>
          <a:p>
            <a:pPr>
              <a:buFont typeface="Arial" panose="020B0604020202020204" pitchFamily="34" charset="0"/>
              <a:buChar char="•"/>
            </a:pPr>
            <a:r>
              <a:rPr lang="en-US" sz="1400" b="1" dirty="0"/>
              <a:t>Software Requirements:</a:t>
            </a:r>
            <a:endParaRPr lang="en-US" sz="1400" dirty="0"/>
          </a:p>
          <a:p>
            <a:pPr marL="742950" lvl="1" indent="-285750">
              <a:buFont typeface="Arial" panose="020B0604020202020204" pitchFamily="34" charset="0"/>
              <a:buChar char="•"/>
            </a:pPr>
            <a:r>
              <a:rPr lang="en-US" sz="1400" dirty="0"/>
              <a:t>Python 3.7 or higher</a:t>
            </a:r>
          </a:p>
          <a:p>
            <a:pPr marL="742950" lvl="1" indent="-285750">
              <a:buFont typeface="Arial" panose="020B0604020202020204" pitchFamily="34" charset="0"/>
              <a:buChar char="•"/>
            </a:pPr>
            <a:r>
              <a:rPr lang="en-US" sz="1400" dirty="0"/>
              <a:t>Django framework (version 4.x or later)</a:t>
            </a:r>
          </a:p>
          <a:p>
            <a:pPr marL="742950" lvl="1" indent="-285750">
              <a:buFont typeface="Arial" panose="020B0604020202020204" pitchFamily="34" charset="0"/>
              <a:buChar char="•"/>
            </a:pPr>
            <a:r>
              <a:rPr lang="en-US" sz="1400" dirty="0"/>
              <a:t>MySQL Server for database management</a:t>
            </a:r>
          </a:p>
          <a:p>
            <a:pPr marL="742950" lvl="1" indent="-285750">
              <a:buFont typeface="Arial" panose="020B0604020202020204" pitchFamily="34" charset="0"/>
              <a:buChar char="•"/>
            </a:pPr>
            <a:r>
              <a:rPr lang="en-US" sz="1400" dirty="0"/>
              <a:t>A code editor or IDE such as Visual Studio Code, PyCharm, or any text editor</a:t>
            </a:r>
          </a:p>
          <a:p>
            <a:pPr marL="742950" lvl="1" indent="-285750">
              <a:buFont typeface="Arial" panose="020B0604020202020204" pitchFamily="34" charset="0"/>
              <a:buChar char="•"/>
            </a:pPr>
            <a:r>
              <a:rPr lang="en-US" sz="1400" dirty="0"/>
              <a:t>Web browser (Chrome, Firefox, Edge, etc.) to access the application</a:t>
            </a:r>
          </a:p>
          <a:p>
            <a:pPr>
              <a:buFont typeface="Arial" panose="020B0604020202020204" pitchFamily="34" charset="0"/>
              <a:buChar char="•"/>
            </a:pPr>
            <a:r>
              <a:rPr lang="en-US" sz="1400" b="1" dirty="0"/>
              <a:t>Hardware Requirements:</a:t>
            </a:r>
            <a:endParaRPr lang="en-US" sz="1400" dirty="0"/>
          </a:p>
          <a:p>
            <a:pPr marL="742950" lvl="1" indent="-285750">
              <a:buFont typeface="Arial" panose="020B0604020202020204" pitchFamily="34" charset="0"/>
              <a:buChar char="•"/>
            </a:pPr>
            <a:r>
              <a:rPr lang="en-US" sz="1400" dirty="0"/>
              <a:t>Minimum 4GB RAM</a:t>
            </a:r>
          </a:p>
          <a:p>
            <a:pPr marL="742950" lvl="1" indent="-285750">
              <a:buFont typeface="Arial" panose="020B0604020202020204" pitchFamily="34" charset="0"/>
              <a:buChar char="•"/>
            </a:pPr>
            <a:r>
              <a:rPr lang="en-US" sz="1400" dirty="0"/>
              <a:t>Modern processor (Intel i3 or equivalent and above)</a:t>
            </a:r>
          </a:p>
          <a:p>
            <a:pPr marL="742950" lvl="1" indent="-285750">
              <a:buFont typeface="Arial" panose="020B0604020202020204" pitchFamily="34" charset="0"/>
              <a:buChar char="•"/>
            </a:pPr>
            <a:r>
              <a:rPr lang="en-US" sz="1400" dirty="0"/>
              <a:t>Sufficient storage space to host the database and application files</a:t>
            </a:r>
          </a:p>
          <a:p>
            <a:pPr marL="742950" lvl="1" indent="-285750">
              <a:buFont typeface="Arial" panose="020B0604020202020204" pitchFamily="34" charset="0"/>
              <a:buChar char="•"/>
            </a:pPr>
            <a:r>
              <a:rPr lang="en-US" sz="1400" dirty="0"/>
              <a:t>Network connectivity for web access</a:t>
            </a:r>
          </a:p>
          <a:p>
            <a:r>
              <a:rPr lang="en-US" sz="1400" dirty="0"/>
              <a:t>This environment ensures smooth development, testing, and deployment of the car rental system.</a:t>
            </a:r>
          </a:p>
          <a:p>
            <a:pPr indent="0">
              <a:lnSpc>
                <a:spcPct val="100000"/>
              </a:lnSpc>
              <a:buNone/>
              <a:tabLst>
                <a:tab pos="0" algn="l"/>
              </a:tabLst>
            </a:pPr>
            <a:endParaRPr lang="en-US" sz="1400" b="0" strike="noStrike" spc="-1" dirty="0">
              <a:solidFill>
                <a:srgbClr val="000000"/>
              </a:solidFill>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228600" y="228600"/>
            <a:ext cx="8476920" cy="13140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000" b="1" strike="noStrike" spc="-1" dirty="0">
                <a:solidFill>
                  <a:schemeClr val="dk1"/>
                </a:solidFill>
                <a:latin typeface="Sora"/>
                <a:ea typeface="Sora"/>
              </a:rPr>
              <a:t>Conclusions</a:t>
            </a:r>
            <a:endParaRPr lang="fr-FR" sz="3000" b="0" strike="noStrike" spc="-1" dirty="0">
              <a:solidFill>
                <a:schemeClr val="dk1"/>
              </a:solidFill>
              <a:latin typeface="Arial"/>
            </a:endParaRPr>
          </a:p>
        </p:txBody>
      </p:sp>
      <p:sp>
        <p:nvSpPr>
          <p:cNvPr id="108" name="PlaceHolder 2"/>
          <p:cNvSpPr>
            <a:spLocks noGrp="1"/>
          </p:cNvSpPr>
          <p:nvPr>
            <p:ph type="subTitle"/>
          </p:nvPr>
        </p:nvSpPr>
        <p:spPr>
          <a:xfrm>
            <a:off x="184150" y="1542600"/>
            <a:ext cx="6178550" cy="2343600"/>
          </a:xfrm>
          <a:prstGeom prst="rect">
            <a:avLst/>
          </a:prstGeom>
          <a:noFill/>
          <a:ln w="0">
            <a:noFill/>
          </a:ln>
        </p:spPr>
        <p:txBody>
          <a:bodyPr lIns="91440" tIns="91440" rIns="91440" bIns="91440" anchor="t">
            <a:noAutofit/>
          </a:bodyPr>
          <a:lstStyle/>
          <a:p>
            <a:pPr indent="0">
              <a:lnSpc>
                <a:spcPct val="100000"/>
              </a:lnSpc>
              <a:buNone/>
              <a:tabLst>
                <a:tab pos="0" algn="l"/>
              </a:tabLst>
            </a:pPr>
            <a:r>
              <a:rPr lang="en-US" sz="1800" dirty="0"/>
              <a:t>The </a:t>
            </a:r>
            <a:r>
              <a:rPr lang="en-US" sz="1800" b="1" dirty="0"/>
              <a:t>Car Rental System</a:t>
            </a:r>
            <a:r>
              <a:rPr lang="en-US" sz="1800" dirty="0"/>
              <a:t> successfully automates the process of renting vehicles, making it faster, more accurate, and user-friendly. By integrating </a:t>
            </a:r>
            <a:r>
              <a:rPr lang="en-US" sz="1800" dirty="0" err="1"/>
              <a:t>Python,django</a:t>
            </a:r>
            <a:r>
              <a:rPr lang="en-US" sz="1800" dirty="0"/>
              <a:t> for the application logic and MySQL for data management, the system streamlines car bookings, returns, and administrative tasks. It reduces manual work, minimizes errors, and improves service quality, making it a valuable tool for modern car rental businesses.</a:t>
            </a:r>
            <a:endParaRPr lang="en-US" sz="1800" b="0" strike="noStrike" spc="-1" dirty="0">
              <a:solidFill>
                <a:srgbClr val="000000"/>
              </a:solidFill>
              <a:latin typeface="OpenSymbol"/>
            </a:endParaRPr>
          </a:p>
        </p:txBody>
      </p:sp>
    </p:spTree>
  </p:cSld>
  <p:clrMapOvr>
    <a:masterClrMapping/>
  </p:clrMapOvr>
</p:sld>
</file>

<file path=ppt/theme/theme1.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Tech Startup by Slidesgo">
  <a:themeElements>
    <a:clrScheme name="Simple Light">
      <a:dk1>
        <a:srgbClr val="000000"/>
      </a:dk1>
      <a:lt1>
        <a:srgbClr val="85D3F2"/>
      </a:lt1>
      <a:dk2>
        <a:srgbClr val="BBF2ED"/>
      </a:dk2>
      <a:lt2>
        <a:srgbClr val="CDDAFA"/>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TotalTime>
  <Words>785</Words>
  <Application>Microsoft Office PowerPoint</Application>
  <PresentationFormat>On-screen Show (16:9)</PresentationFormat>
  <Paragraphs>51</Paragraphs>
  <Slides>11</Slides>
  <Notes>1</Notes>
  <HiddenSlides>0</HiddenSlides>
  <MMClips>0</MMClips>
  <ScaleCrop>false</ScaleCrop>
  <HeadingPairs>
    <vt:vector size="6" baseType="variant">
      <vt:variant>
        <vt:lpstr>Fonts Used</vt:lpstr>
      </vt:variant>
      <vt:variant>
        <vt:i4>9</vt:i4>
      </vt:variant>
      <vt:variant>
        <vt:lpstr>Theme</vt:lpstr>
      </vt:variant>
      <vt:variant>
        <vt:i4>23</vt:i4>
      </vt:variant>
      <vt:variant>
        <vt:lpstr>Slide Titles</vt:lpstr>
      </vt:variant>
      <vt:variant>
        <vt:i4>11</vt:i4>
      </vt:variant>
    </vt:vector>
  </HeadingPairs>
  <TitlesOfParts>
    <vt:vector size="43" baseType="lpstr">
      <vt:lpstr>Arial</vt:lpstr>
      <vt:lpstr>Bookman Old Style</vt:lpstr>
      <vt:lpstr>Calibri</vt:lpstr>
      <vt:lpstr>Cambria Math</vt:lpstr>
      <vt:lpstr>OpenSymbol</vt:lpstr>
      <vt:lpstr>Public Sans</vt:lpstr>
      <vt:lpstr>Sora</vt:lpstr>
      <vt:lpstr>Symbol</vt:lpstr>
      <vt:lpstr>Wingdings</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Tech Startup by Slidesgo</vt:lpstr>
      <vt:lpstr>Slidesgo Final Pages</vt:lpstr>
      <vt:lpstr>Slidesgo Final Pages</vt:lpstr>
      <vt:lpstr>Slidesgo Final Pages</vt:lpstr>
      <vt:lpstr>PowerPoint Presentation</vt:lpstr>
      <vt:lpstr>Car Rental System</vt:lpstr>
      <vt:lpstr>Introduction</vt:lpstr>
      <vt:lpstr>System Overview</vt:lpstr>
      <vt:lpstr>Description of Car Rental System</vt:lpstr>
      <vt:lpstr>Importance of System</vt:lpstr>
      <vt:lpstr>Key Features-</vt:lpstr>
      <vt:lpstr>Frameworks Used</vt:lpstr>
      <vt:lpstr>MySQL Database Design</vt:lpstr>
      <vt:lpstr>Software and Hardware Requirements</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Subham</dc:creator>
  <cp:lastModifiedBy>Subham Banerjee</cp:lastModifiedBy>
  <cp:revision>10</cp:revision>
  <dcterms:modified xsi:type="dcterms:W3CDTF">2025-05-15T20:10:48Z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2025-05-15T17:13:14Z</dcterms:created>
  <dc:creator>Unknown Creator</dc:creator>
  <dc:description/>
  <dc:language>en-US</dc:language>
  <cp:lastModifiedBy>Unknown Creator</cp:lastModifiedBy>
  <dcterms:modified xsi:type="dcterms:W3CDTF">2025-05-15T17:13:14Z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