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NTPLY" initials="C" lastIdx="0" clrIdx="0">
    <p:extLst>
      <p:ext uri="{19B8F6BF-5375-455C-9EA6-DF929625EA0E}">
        <p15:presenceInfo xmlns:p15="http://schemas.microsoft.com/office/powerpoint/2012/main" userId="CENTPL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BA5F5-3D2B-4AEF-BCF9-6B8BE61547D1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1C1A-F409-4061-88F0-D386E3E9C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26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61C1A-F409-4061-88F0-D386E3E9CF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17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7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81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0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03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9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8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3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1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86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5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10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7F3AF-0673-4AA7-95B2-246A9F2584B5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B50C1-1590-4751-81E0-BB9F8C9F6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42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47" y="794759"/>
            <a:ext cx="2130751" cy="16578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2568" y="546931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JIO &amp; ISHAN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392964" y="794759"/>
            <a:ext cx="222191" cy="564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60576" y="794759"/>
            <a:ext cx="324740" cy="564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96" y="2321826"/>
            <a:ext cx="2177135" cy="54732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32" y="2918315"/>
            <a:ext cx="2174863" cy="601501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endCxn id="16" idx="0"/>
          </p:cNvCxnSpPr>
          <p:nvPr/>
        </p:nvCxnSpPr>
        <p:spPr>
          <a:xfrm>
            <a:off x="1387115" y="1879308"/>
            <a:ext cx="5849" cy="442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ight Bracket 21"/>
          <p:cNvSpPr/>
          <p:nvPr/>
        </p:nvSpPr>
        <p:spPr>
          <a:xfrm>
            <a:off x="2438398" y="2595488"/>
            <a:ext cx="176615" cy="720280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3" y="3679397"/>
            <a:ext cx="2515723" cy="10194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12662" y="363940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/>
              <a:t>Digisol</a:t>
            </a:r>
            <a:r>
              <a:rPr lang="en-US" sz="1100" dirty="0" smtClean="0"/>
              <a:t> Fiber </a:t>
            </a:r>
            <a:r>
              <a:rPr lang="en-US" sz="1100" dirty="0" err="1" smtClean="0"/>
              <a:t>SWitch</a:t>
            </a:r>
            <a:endParaRPr lang="en-IN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1590789" y="2172553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HP 24 port </a:t>
            </a:r>
            <a:r>
              <a:rPr lang="en-US" sz="1000" dirty="0" err="1" smtClean="0"/>
              <a:t>sw</a:t>
            </a:r>
            <a:r>
              <a:rPr lang="en-US" sz="1000" dirty="0" smtClean="0"/>
              <a:t> CC TV</a:t>
            </a:r>
            <a:endParaRPr lang="en-IN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085656" y="1518192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Firewall</a:t>
            </a:r>
            <a:endParaRPr lang="en-IN" sz="1050" dirty="0"/>
          </a:p>
        </p:txBody>
      </p:sp>
      <p:sp>
        <p:nvSpPr>
          <p:cNvPr id="33" name="Rectangle 32"/>
          <p:cNvSpPr/>
          <p:nvPr/>
        </p:nvSpPr>
        <p:spPr>
          <a:xfrm>
            <a:off x="2438398" y="3281944"/>
            <a:ext cx="109677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smtClean="0"/>
              <a:t>Nortel 24 Port </a:t>
            </a:r>
            <a:r>
              <a:rPr lang="en-US" sz="1000" dirty="0" err="1" smtClean="0"/>
              <a:t>sw</a:t>
            </a:r>
            <a:endParaRPr lang="en-IN" sz="1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751" y="1607461"/>
            <a:ext cx="1943357" cy="6960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121" y="820568"/>
            <a:ext cx="1936726" cy="771283"/>
          </a:xfrm>
          <a:prstGeom prst="rect">
            <a:avLst/>
          </a:prstGeom>
        </p:spPr>
      </p:pic>
      <p:sp>
        <p:nvSpPr>
          <p:cNvPr id="6" name="Right Bracket 5"/>
          <p:cNvSpPr/>
          <p:nvPr/>
        </p:nvSpPr>
        <p:spPr>
          <a:xfrm>
            <a:off x="5743465" y="1206209"/>
            <a:ext cx="242453" cy="741786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101413" y="6684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102875" y="461473"/>
            <a:ext cx="15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471124" y="653142"/>
            <a:ext cx="7152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CC TV SW</a:t>
            </a:r>
            <a:endParaRPr lang="en-IN" sz="10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750" y="639247"/>
            <a:ext cx="2081324" cy="581902"/>
          </a:xfrm>
          <a:prstGeom prst="rect">
            <a:avLst/>
          </a:prstGeom>
        </p:spPr>
      </p:pic>
      <p:sp>
        <p:nvSpPr>
          <p:cNvPr id="20" name="Left Bracket 19"/>
          <p:cNvSpPr/>
          <p:nvPr/>
        </p:nvSpPr>
        <p:spPr>
          <a:xfrm>
            <a:off x="129253" y="3405054"/>
            <a:ext cx="175143" cy="568740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5756108" y="1175520"/>
            <a:ext cx="1368592" cy="1066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78757" y="469987"/>
            <a:ext cx="10150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smtClean="0"/>
              <a:t>HP 24 Port sw </a:t>
            </a:r>
            <a:endParaRPr lang="en-IN" sz="1100" dirty="0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138425" y="160020"/>
            <a:ext cx="3396748" cy="1735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531648" y="168552"/>
            <a:ext cx="0" cy="47978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81049" y="177376"/>
            <a:ext cx="57376" cy="472228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3665220" y="289560"/>
            <a:ext cx="2476500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141720" y="276768"/>
            <a:ext cx="0" cy="2722767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665220" y="2968844"/>
            <a:ext cx="24765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3665220" y="289560"/>
            <a:ext cx="0" cy="267928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 flipV="1">
            <a:off x="81049" y="4899660"/>
            <a:ext cx="3454124" cy="57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Left Bracket 69"/>
          <p:cNvSpPr/>
          <p:nvPr/>
        </p:nvSpPr>
        <p:spPr>
          <a:xfrm>
            <a:off x="1803063" y="191316"/>
            <a:ext cx="67471" cy="249751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/>
          <p:cNvSpPr txBox="1"/>
          <p:nvPr/>
        </p:nvSpPr>
        <p:spPr>
          <a:xfrm>
            <a:off x="1779357" y="120474"/>
            <a:ext cx="1257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Server Room</a:t>
            </a:r>
            <a:endParaRPr lang="en-IN" sz="1600" dirty="0"/>
          </a:p>
        </p:txBody>
      </p:sp>
      <p:sp>
        <p:nvSpPr>
          <p:cNvPr id="73" name="Right Bracket 72"/>
          <p:cNvSpPr/>
          <p:nvPr/>
        </p:nvSpPr>
        <p:spPr>
          <a:xfrm>
            <a:off x="3062714" y="189074"/>
            <a:ext cx="45719" cy="272399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/>
          <p:cNvSpPr txBox="1"/>
          <p:nvPr/>
        </p:nvSpPr>
        <p:spPr>
          <a:xfrm>
            <a:off x="4267325" y="261798"/>
            <a:ext cx="1101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Production</a:t>
            </a:r>
            <a:endParaRPr lang="en-IN" sz="1600" dirty="0"/>
          </a:p>
        </p:txBody>
      </p:sp>
      <p:sp>
        <p:nvSpPr>
          <p:cNvPr id="75" name="Right Bracket 74"/>
          <p:cNvSpPr/>
          <p:nvPr/>
        </p:nvSpPr>
        <p:spPr>
          <a:xfrm>
            <a:off x="5244422" y="313429"/>
            <a:ext cx="45719" cy="272534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Left Bracket 75"/>
          <p:cNvSpPr/>
          <p:nvPr/>
        </p:nvSpPr>
        <p:spPr>
          <a:xfrm>
            <a:off x="4305945" y="333837"/>
            <a:ext cx="56888" cy="250381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976" y="1628365"/>
            <a:ext cx="568335" cy="423029"/>
          </a:xfrm>
          <a:prstGeom prst="rect">
            <a:avLst/>
          </a:prstGeom>
        </p:spPr>
      </p:pic>
      <p:cxnSp>
        <p:nvCxnSpPr>
          <p:cNvPr id="79" name="Straight Arrow Connector 78"/>
          <p:cNvCxnSpPr>
            <a:stCxn id="16" idx="3"/>
            <a:endCxn id="77" idx="2"/>
          </p:cNvCxnSpPr>
          <p:nvPr/>
        </p:nvCxnSpPr>
        <p:spPr>
          <a:xfrm flipV="1">
            <a:off x="2481531" y="2051394"/>
            <a:ext cx="615613" cy="544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0" name="Picture 7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661" y="1257859"/>
            <a:ext cx="636430" cy="473714"/>
          </a:xfrm>
          <a:prstGeom prst="rect">
            <a:avLst/>
          </a:prstGeom>
        </p:spPr>
      </p:pic>
      <p:cxnSp>
        <p:nvCxnSpPr>
          <p:cNvPr id="82" name="Straight Connector 81"/>
          <p:cNvCxnSpPr/>
          <p:nvPr/>
        </p:nvCxnSpPr>
        <p:spPr>
          <a:xfrm>
            <a:off x="6440404" y="177376"/>
            <a:ext cx="2391176" cy="1394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433693" y="163849"/>
            <a:ext cx="25769" cy="17916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6459462" y="1947995"/>
            <a:ext cx="2372118" cy="748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8831580" y="184346"/>
            <a:ext cx="0" cy="1779647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328443" y="128763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H.R</a:t>
            </a:r>
            <a:endParaRPr lang="en-IN" sz="1400" dirty="0"/>
          </a:p>
        </p:txBody>
      </p:sp>
      <p:sp>
        <p:nvSpPr>
          <p:cNvPr id="97" name="Right Bracket 96"/>
          <p:cNvSpPr/>
          <p:nvPr/>
        </p:nvSpPr>
        <p:spPr>
          <a:xfrm>
            <a:off x="7673378" y="168552"/>
            <a:ext cx="54689" cy="228197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Left Bracket 97"/>
          <p:cNvSpPr/>
          <p:nvPr/>
        </p:nvSpPr>
        <p:spPr>
          <a:xfrm>
            <a:off x="7354504" y="160020"/>
            <a:ext cx="73152" cy="24480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905" y="600352"/>
            <a:ext cx="1475112" cy="680667"/>
          </a:xfrm>
          <a:prstGeom prst="rect">
            <a:avLst/>
          </a:prstGeom>
        </p:spPr>
      </p:pic>
      <p:cxnSp>
        <p:nvCxnSpPr>
          <p:cNvPr id="101" name="Straight Arrow Connector 100"/>
          <p:cNvCxnSpPr>
            <a:stCxn id="15" idx="3"/>
          </p:cNvCxnSpPr>
          <p:nvPr/>
        </p:nvCxnSpPr>
        <p:spPr>
          <a:xfrm>
            <a:off x="8661074" y="930198"/>
            <a:ext cx="1382086" cy="1075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199" y="1415445"/>
            <a:ext cx="1380844" cy="514995"/>
          </a:xfrm>
          <a:prstGeom prst="rect">
            <a:avLst/>
          </a:prstGeom>
        </p:spPr>
      </p:pic>
      <p:cxnSp>
        <p:nvCxnSpPr>
          <p:cNvPr id="105" name="Straight Arrow Connector 104"/>
          <p:cNvCxnSpPr>
            <a:endCxn id="103" idx="3"/>
          </p:cNvCxnSpPr>
          <p:nvPr/>
        </p:nvCxnSpPr>
        <p:spPr>
          <a:xfrm flipH="1">
            <a:off x="10982043" y="1037735"/>
            <a:ext cx="124710" cy="635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9811069" y="1874412"/>
            <a:ext cx="735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Cc TV </a:t>
            </a:r>
            <a:r>
              <a:rPr lang="en-US" sz="1200" dirty="0" err="1" smtClean="0"/>
              <a:t>sw</a:t>
            </a:r>
            <a:endParaRPr lang="en-IN" sz="1200" dirty="0"/>
          </a:p>
        </p:txBody>
      </p:sp>
      <p:cxnSp>
        <p:nvCxnSpPr>
          <p:cNvPr id="109" name="Straight Connector 108"/>
          <p:cNvCxnSpPr/>
          <p:nvPr/>
        </p:nvCxnSpPr>
        <p:spPr>
          <a:xfrm flipV="1">
            <a:off x="9352117" y="120474"/>
            <a:ext cx="2199803" cy="828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11561256" y="120474"/>
            <a:ext cx="0" cy="205207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H="1">
            <a:off x="9352117" y="2172553"/>
            <a:ext cx="219980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9352117" y="120474"/>
            <a:ext cx="0" cy="204379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6" name="Picture 1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795" y="3027200"/>
            <a:ext cx="1876982" cy="377854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892" y="3378562"/>
            <a:ext cx="1595979" cy="595232"/>
          </a:xfrm>
          <a:prstGeom prst="rect">
            <a:avLst/>
          </a:prstGeom>
        </p:spPr>
      </p:pic>
      <p:sp>
        <p:nvSpPr>
          <p:cNvPr id="118" name="Right Bracket 117"/>
          <p:cNvSpPr/>
          <p:nvPr/>
        </p:nvSpPr>
        <p:spPr>
          <a:xfrm>
            <a:off x="11231124" y="853069"/>
            <a:ext cx="573083" cy="2363058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Left Bracket 119"/>
          <p:cNvSpPr/>
          <p:nvPr/>
        </p:nvSpPr>
        <p:spPr>
          <a:xfrm>
            <a:off x="9039559" y="3164386"/>
            <a:ext cx="561640" cy="676094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 120"/>
          <p:cNvSpPr/>
          <p:nvPr/>
        </p:nvSpPr>
        <p:spPr>
          <a:xfrm>
            <a:off x="9257371" y="523685"/>
            <a:ext cx="111761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900" dirty="0" err="1"/>
              <a:t>Digisol</a:t>
            </a:r>
            <a:r>
              <a:rPr lang="en-IN" sz="900" dirty="0"/>
              <a:t> </a:t>
            </a:r>
            <a:r>
              <a:rPr lang="en-IN" sz="900" dirty="0" err="1"/>
              <a:t>Fiber</a:t>
            </a:r>
            <a:r>
              <a:rPr lang="en-IN" sz="900" dirty="0"/>
              <a:t> </a:t>
            </a:r>
            <a:r>
              <a:rPr lang="en-IN" sz="900" dirty="0" err="1"/>
              <a:t>SWitch</a:t>
            </a:r>
            <a:endParaRPr lang="en-IN" sz="900" dirty="0"/>
          </a:p>
        </p:txBody>
      </p:sp>
      <p:sp>
        <p:nvSpPr>
          <p:cNvPr id="122" name="TextBox 121"/>
          <p:cNvSpPr txBox="1"/>
          <p:nvPr/>
        </p:nvSpPr>
        <p:spPr>
          <a:xfrm>
            <a:off x="10721162" y="140607"/>
            <a:ext cx="47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PTI</a:t>
            </a:r>
            <a:endParaRPr lang="en-IN" dirty="0"/>
          </a:p>
        </p:txBody>
      </p:sp>
      <p:sp>
        <p:nvSpPr>
          <p:cNvPr id="123" name="Right Bracket 122"/>
          <p:cNvSpPr/>
          <p:nvPr/>
        </p:nvSpPr>
        <p:spPr>
          <a:xfrm>
            <a:off x="11067070" y="186377"/>
            <a:ext cx="57529" cy="248141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Left Bracket 123"/>
          <p:cNvSpPr/>
          <p:nvPr/>
        </p:nvSpPr>
        <p:spPr>
          <a:xfrm>
            <a:off x="10778401" y="184346"/>
            <a:ext cx="45719" cy="280248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ectangle 124"/>
          <p:cNvSpPr/>
          <p:nvPr/>
        </p:nvSpPr>
        <p:spPr>
          <a:xfrm>
            <a:off x="9351939" y="2858258"/>
            <a:ext cx="9396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HP 24 Port </a:t>
            </a:r>
            <a:r>
              <a:rPr lang="en-US" sz="1000" dirty="0" err="1"/>
              <a:t>sw</a:t>
            </a:r>
            <a:r>
              <a:rPr lang="en-US" sz="1000" dirty="0"/>
              <a:t> </a:t>
            </a:r>
            <a:endParaRPr lang="en-IN" sz="1000" dirty="0"/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852" y="4033615"/>
            <a:ext cx="819310" cy="609837"/>
          </a:xfrm>
          <a:prstGeom prst="rect">
            <a:avLst/>
          </a:prstGeom>
        </p:spPr>
      </p:pic>
      <p:cxnSp>
        <p:nvCxnSpPr>
          <p:cNvPr id="128" name="Straight Connector 127"/>
          <p:cNvCxnSpPr/>
          <p:nvPr/>
        </p:nvCxnSpPr>
        <p:spPr>
          <a:xfrm flipH="1">
            <a:off x="10622280" y="3901013"/>
            <a:ext cx="422118" cy="6557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H="1">
            <a:off x="8770620" y="2595488"/>
            <a:ext cx="2790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H="1">
            <a:off x="8778178" y="2595488"/>
            <a:ext cx="62" cy="2197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11551920" y="2595488"/>
            <a:ext cx="9336" cy="2197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 flipH="1">
            <a:off x="8750024" y="4773880"/>
            <a:ext cx="28188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9394592" y="2556785"/>
            <a:ext cx="1253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Production PTI</a:t>
            </a:r>
            <a:endParaRPr lang="en-IN" sz="1400" dirty="0"/>
          </a:p>
        </p:txBody>
      </p:sp>
      <p:sp>
        <p:nvSpPr>
          <p:cNvPr id="142" name="Left Bracket 141"/>
          <p:cNvSpPr/>
          <p:nvPr/>
        </p:nvSpPr>
        <p:spPr>
          <a:xfrm>
            <a:off x="9440105" y="2615925"/>
            <a:ext cx="45719" cy="234164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Right Bracket 142"/>
          <p:cNvSpPr/>
          <p:nvPr/>
        </p:nvSpPr>
        <p:spPr>
          <a:xfrm>
            <a:off x="10558646" y="2591774"/>
            <a:ext cx="45719" cy="250911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371" y="4611521"/>
            <a:ext cx="2095219" cy="835029"/>
          </a:xfrm>
          <a:prstGeom prst="rect">
            <a:avLst/>
          </a:prstGeom>
        </p:spPr>
      </p:pic>
      <p:pic>
        <p:nvPicPr>
          <p:cNvPr id="145" name="Picture 14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082" y="3985433"/>
            <a:ext cx="1609171" cy="520280"/>
          </a:xfrm>
          <a:prstGeom prst="rect">
            <a:avLst/>
          </a:prstGeom>
        </p:spPr>
      </p:pic>
      <p:cxnSp>
        <p:nvCxnSpPr>
          <p:cNvPr id="147" name="Straight Arrow Connector 146"/>
          <p:cNvCxnSpPr>
            <a:endCxn id="144" idx="1"/>
          </p:cNvCxnSpPr>
          <p:nvPr/>
        </p:nvCxnSpPr>
        <p:spPr>
          <a:xfrm>
            <a:off x="2119494" y="4588142"/>
            <a:ext cx="2683877" cy="4408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>
            <a:endCxn id="145" idx="1"/>
          </p:cNvCxnSpPr>
          <p:nvPr/>
        </p:nvCxnSpPr>
        <p:spPr>
          <a:xfrm flipV="1">
            <a:off x="2212113" y="4245573"/>
            <a:ext cx="2727969" cy="2511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4471124" y="3315768"/>
            <a:ext cx="26535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7124700" y="3315768"/>
            <a:ext cx="54057" cy="22849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4471124" y="3315768"/>
            <a:ext cx="0" cy="22849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471124" y="5600700"/>
            <a:ext cx="27445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5437380" y="3409647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LAB</a:t>
            </a:r>
            <a:endParaRPr lang="en-IN" dirty="0"/>
          </a:p>
        </p:txBody>
      </p:sp>
      <p:pic>
        <p:nvPicPr>
          <p:cNvPr id="162" name="Picture 16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928" y="5683136"/>
            <a:ext cx="1731924" cy="69024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240" y="5748654"/>
            <a:ext cx="860012" cy="640133"/>
          </a:xfrm>
          <a:prstGeom prst="rect">
            <a:avLst/>
          </a:prstGeom>
        </p:spPr>
      </p:pic>
      <p:cxnSp>
        <p:nvCxnSpPr>
          <p:cNvPr id="166" name="Straight Connector 165"/>
          <p:cNvCxnSpPr/>
          <p:nvPr/>
        </p:nvCxnSpPr>
        <p:spPr>
          <a:xfrm>
            <a:off x="8023860" y="5090160"/>
            <a:ext cx="3207264" cy="304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>
            <a:off x="11231124" y="5115598"/>
            <a:ext cx="0" cy="147662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>
            <a:off x="8023860" y="5090160"/>
            <a:ext cx="0" cy="150205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023860" y="6592219"/>
            <a:ext cx="32369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9302545" y="5162215"/>
            <a:ext cx="67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Store</a:t>
            </a:r>
            <a:endParaRPr lang="en-IN" dirty="0"/>
          </a:p>
        </p:txBody>
      </p:sp>
      <p:sp>
        <p:nvSpPr>
          <p:cNvPr id="175" name="Freeform 174"/>
          <p:cNvSpPr/>
          <p:nvPr/>
        </p:nvSpPr>
        <p:spPr>
          <a:xfrm>
            <a:off x="1973580" y="4671060"/>
            <a:ext cx="6387038" cy="1643323"/>
          </a:xfrm>
          <a:custGeom>
            <a:avLst/>
            <a:gdLst>
              <a:gd name="connsiteX0" fmla="*/ 0 w 6387038"/>
              <a:gd name="connsiteY0" fmla="*/ 0 h 1643323"/>
              <a:gd name="connsiteX1" fmla="*/ 1310640 w 6387038"/>
              <a:gd name="connsiteY1" fmla="*/ 1135380 h 1643323"/>
              <a:gd name="connsiteX2" fmla="*/ 2788920 w 6387038"/>
              <a:gd name="connsiteY2" fmla="*/ 1493520 h 1643323"/>
              <a:gd name="connsiteX3" fmla="*/ 4800600 w 6387038"/>
              <a:gd name="connsiteY3" fmla="*/ 1638300 h 1643323"/>
              <a:gd name="connsiteX4" fmla="*/ 6240780 w 6387038"/>
              <a:gd name="connsiteY4" fmla="*/ 1607820 h 1643323"/>
              <a:gd name="connsiteX5" fmla="*/ 6263640 w 6387038"/>
              <a:gd name="connsiteY5" fmla="*/ 1584960 h 1643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87038" h="1643323">
                <a:moveTo>
                  <a:pt x="0" y="0"/>
                </a:moveTo>
                <a:cubicBezTo>
                  <a:pt x="422910" y="443230"/>
                  <a:pt x="845820" y="886460"/>
                  <a:pt x="1310640" y="1135380"/>
                </a:cubicBezTo>
                <a:cubicBezTo>
                  <a:pt x="1775460" y="1384300"/>
                  <a:pt x="2207260" y="1409700"/>
                  <a:pt x="2788920" y="1493520"/>
                </a:cubicBezTo>
                <a:cubicBezTo>
                  <a:pt x="3370580" y="1577340"/>
                  <a:pt x="4225290" y="1619250"/>
                  <a:pt x="4800600" y="1638300"/>
                </a:cubicBezTo>
                <a:cubicBezTo>
                  <a:pt x="5375910" y="1657350"/>
                  <a:pt x="5996940" y="1616710"/>
                  <a:pt x="6240780" y="1607820"/>
                </a:cubicBezTo>
                <a:cubicBezTo>
                  <a:pt x="6484620" y="1598930"/>
                  <a:pt x="6374130" y="1591945"/>
                  <a:pt x="6263640" y="158496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7" name="Straight Connector 176"/>
          <p:cNvCxnSpPr/>
          <p:nvPr/>
        </p:nvCxnSpPr>
        <p:spPr>
          <a:xfrm flipH="1" flipV="1">
            <a:off x="9821779" y="6172200"/>
            <a:ext cx="337671" cy="1421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flipH="1">
            <a:off x="7700722" y="1142369"/>
            <a:ext cx="493056" cy="5305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0" name="Freeform 179"/>
          <p:cNvSpPr/>
          <p:nvPr/>
        </p:nvSpPr>
        <p:spPr>
          <a:xfrm>
            <a:off x="2493020" y="2293620"/>
            <a:ext cx="1797040" cy="1882800"/>
          </a:xfrm>
          <a:custGeom>
            <a:avLst/>
            <a:gdLst>
              <a:gd name="connsiteX0" fmla="*/ 1797040 w 1797040"/>
              <a:gd name="connsiteY0" fmla="*/ 0 h 1882800"/>
              <a:gd name="connsiteX1" fmla="*/ 1629400 w 1797040"/>
              <a:gd name="connsiteY1" fmla="*/ 533400 h 1882800"/>
              <a:gd name="connsiteX2" fmla="*/ 1294120 w 1797040"/>
              <a:gd name="connsiteY2" fmla="*/ 1371600 h 1882800"/>
              <a:gd name="connsiteX3" fmla="*/ 836920 w 1797040"/>
              <a:gd name="connsiteY3" fmla="*/ 1684020 h 1882800"/>
              <a:gd name="connsiteX4" fmla="*/ 402580 w 1797040"/>
              <a:gd name="connsiteY4" fmla="*/ 1836420 h 1882800"/>
              <a:gd name="connsiteX5" fmla="*/ 29200 w 1797040"/>
              <a:gd name="connsiteY5" fmla="*/ 1882140 h 1882800"/>
              <a:gd name="connsiteX6" fmla="*/ 52060 w 1797040"/>
              <a:gd name="connsiteY6" fmla="*/ 1859280 h 18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7040" h="1882800">
                <a:moveTo>
                  <a:pt x="1797040" y="0"/>
                </a:moveTo>
                <a:cubicBezTo>
                  <a:pt x="1755130" y="152400"/>
                  <a:pt x="1713220" y="304800"/>
                  <a:pt x="1629400" y="533400"/>
                </a:cubicBezTo>
                <a:cubicBezTo>
                  <a:pt x="1545580" y="762000"/>
                  <a:pt x="1426200" y="1179830"/>
                  <a:pt x="1294120" y="1371600"/>
                </a:cubicBezTo>
                <a:cubicBezTo>
                  <a:pt x="1162040" y="1563370"/>
                  <a:pt x="985510" y="1606550"/>
                  <a:pt x="836920" y="1684020"/>
                </a:cubicBezTo>
                <a:cubicBezTo>
                  <a:pt x="688330" y="1761490"/>
                  <a:pt x="537200" y="1803400"/>
                  <a:pt x="402580" y="1836420"/>
                </a:cubicBezTo>
                <a:cubicBezTo>
                  <a:pt x="267960" y="1869440"/>
                  <a:pt x="87620" y="1878330"/>
                  <a:pt x="29200" y="1882140"/>
                </a:cubicBezTo>
                <a:cubicBezTo>
                  <a:pt x="-29220" y="1885950"/>
                  <a:pt x="11420" y="1872615"/>
                  <a:pt x="52060" y="185928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1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44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CENTPLY</dc:creator>
  <cp:lastModifiedBy>CENTPLY</cp:lastModifiedBy>
  <cp:revision>11</cp:revision>
  <dcterms:created xsi:type="dcterms:W3CDTF">2023-11-29T07:09:42Z</dcterms:created>
  <dcterms:modified xsi:type="dcterms:W3CDTF">2023-11-29T09:47:57Z</dcterms:modified>
</cp:coreProperties>
</file>